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2" r:id="rId4"/>
    <p:sldMasterId id="2147483660" r:id="rId5"/>
  </p:sldMasterIdLst>
  <p:sldIdLst>
    <p:sldId id="256" r:id="rId6"/>
    <p:sldId id="257" r:id="rId7"/>
    <p:sldId id="260" r:id="rId8"/>
    <p:sldId id="265" r:id="rId9"/>
    <p:sldId id="266" r:id="rId10"/>
    <p:sldId id="258" r:id="rId11"/>
    <p:sldId id="259" r:id="rId12"/>
    <p:sldId id="267" r:id="rId13"/>
    <p:sldId id="261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6E5745C-5538-4EA4-976A-2E642CF089D8}">
          <p14:sldIdLst>
            <p14:sldId id="256"/>
            <p14:sldId id="257"/>
            <p14:sldId id="260"/>
            <p14:sldId id="265"/>
            <p14:sldId id="266"/>
            <p14:sldId id="258"/>
            <p14:sldId id="259"/>
            <p14:sldId id="267"/>
            <p14:sldId id="261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374304-1BEA-4EDC-9492-123DFFB84143}" v="15" dt="2023-02-13T08:55:05.684"/>
    <p1510:client id="{1A21804A-DC1F-45BD-A8EF-3F0CBE0B675A}" v="8" dt="2023-02-10T10:43:20.520"/>
    <p1510:client id="{22237C5F-B67B-4F9F-BBF9-192CF55557C1}" v="139" dt="2023-02-09T13:35:04.740"/>
    <p1510:client id="{3A3E60E4-72DA-4AD7-982A-FE33559C7D5C}" v="19" dt="2023-02-09T19:50:31.339"/>
    <p1510:client id="{3C77544F-087D-47B3-B8B7-9E0261534235}" v="36" dt="2023-02-10T10:19:55.496"/>
    <p1510:client id="{416965B4-E21A-4C31-9EE2-2ADD19D226F0}" v="239" dt="2023-02-10T10:16:36.678"/>
    <p1510:client id="{47916A8A-A272-4624-BD97-A6E58C9075D7}" v="38" dt="2023-02-10T11:45:41.656"/>
    <p1510:client id="{4BB05F9F-29CA-460D-859C-9A45F5B07E1E}" v="140" dt="2023-02-10T01:42:46.842"/>
    <p1510:client id="{57936D8E-3547-484B-9872-B95C4021C029}" v="7" dt="2023-02-09T13:35:32.180"/>
    <p1510:client id="{79B354F9-941D-4573-8861-76BC1703E98F}" v="4" dt="2023-02-10T15:18:18.823"/>
    <p1510:client id="{79EE9C7D-76EC-4520-8992-988AFF0F95E2}" v="1" dt="2023-02-10T15:20:37.740"/>
    <p1510:client id="{7BAE3C44-EE72-42E1-BB69-412BD33E0C38}" v="154" dt="2023-02-10T10:35:54.923"/>
    <p1510:client id="{A1ADCD10-61FF-4E53-B492-F1FC1EF896D9}" v="245" dt="2023-02-09T18:41:54.173"/>
    <p1510:client id="{BF8CEDE2-FE8B-4210-BBAF-FBADE7E7868A}" v="1" dt="2023-02-10T10:21:53.943"/>
    <p1510:client id="{CC3D525A-DD15-42EE-ABEC-DDBE76383A85}" v="163" dt="2023-02-10T12:10:28.117"/>
    <p1510:client id="{DCBB2CF4-6C6E-4CF4-A1E0-2E4D9A01C091}" v="4" dt="2023-02-09T13:27:39.606"/>
    <p1510:client id="{F5C1A987-4D9D-457D-8949-6716F881254F}" v="99" dt="2023-02-10T11:57:12.476"/>
    <p1510:client id="{FE13D36D-D2FE-4A11-A56E-0940E52707E9}" v="609" dt="2023-02-10T06:17:31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Yusri (mhby1g21)" userId="S::mhby1g21@soton.ac.uk::2dbe3601-ca13-4976-8d28-873dcb0bfb68" providerId="AD" clId="Web-{F5C1A987-4D9D-457D-8949-6716F881254F}"/>
    <pc:docChg chg="modSld">
      <pc:chgData name="Muhammad Yusri (mhby1g21)" userId="S::mhby1g21@soton.ac.uk::2dbe3601-ca13-4976-8d28-873dcb0bfb68" providerId="AD" clId="Web-{F5C1A987-4D9D-457D-8949-6716F881254F}" dt="2023-02-10T11:57:12.476" v="98" actId="20577"/>
      <pc:docMkLst>
        <pc:docMk/>
      </pc:docMkLst>
      <pc:sldChg chg="modSp">
        <pc:chgData name="Muhammad Yusri (mhby1g21)" userId="S::mhby1g21@soton.ac.uk::2dbe3601-ca13-4976-8d28-873dcb0bfb68" providerId="AD" clId="Web-{F5C1A987-4D9D-457D-8949-6716F881254F}" dt="2023-02-10T11:57:12.476" v="98" actId="20577"/>
        <pc:sldMkLst>
          <pc:docMk/>
          <pc:sldMk cId="1177893667" sldId="268"/>
        </pc:sldMkLst>
        <pc:spChg chg="mod">
          <ac:chgData name="Muhammad Yusri (mhby1g21)" userId="S::mhby1g21@soton.ac.uk::2dbe3601-ca13-4976-8d28-873dcb0bfb68" providerId="AD" clId="Web-{F5C1A987-4D9D-457D-8949-6716F881254F}" dt="2023-02-10T11:57:12.476" v="98" actId="20577"/>
          <ac:spMkLst>
            <pc:docMk/>
            <pc:sldMk cId="1177893667" sldId="268"/>
            <ac:spMk id="3" creationId="{D887D5DF-0608-68BD-7E91-694450DEF26D}"/>
          </ac:spMkLst>
        </pc:spChg>
      </pc:sldChg>
    </pc:docChg>
  </pc:docChgLst>
  <pc:docChgLst>
    <pc:chgData name="Giulio Girelli (gg6n21)" userId="S::gg6n21@soton.ac.uk::3ebfc336-beb4-4bf8-86c9-22d656a4bec4" providerId="AD" clId="Web-{A1ADCD10-61FF-4E53-B492-F1FC1EF896D9}"/>
    <pc:docChg chg="modSld">
      <pc:chgData name="Giulio Girelli (gg6n21)" userId="S::gg6n21@soton.ac.uk::3ebfc336-beb4-4bf8-86c9-22d656a4bec4" providerId="AD" clId="Web-{A1ADCD10-61FF-4E53-B492-F1FC1EF896D9}" dt="2023-02-09T18:41:54.173" v="242" actId="20577"/>
      <pc:docMkLst>
        <pc:docMk/>
      </pc:docMkLst>
      <pc:sldChg chg="addSp delSp modSp mod setBg">
        <pc:chgData name="Giulio Girelli (gg6n21)" userId="S::gg6n21@soton.ac.uk::3ebfc336-beb4-4bf8-86c9-22d656a4bec4" providerId="AD" clId="Web-{A1ADCD10-61FF-4E53-B492-F1FC1EF896D9}" dt="2023-02-09T18:41:54.173" v="242" actId="20577"/>
        <pc:sldMkLst>
          <pc:docMk/>
          <pc:sldMk cId="1491583460" sldId="257"/>
        </pc:sldMkLst>
        <pc:spChg chg="mod">
          <ac:chgData name="Giulio Girelli (gg6n21)" userId="S::gg6n21@soton.ac.uk::3ebfc336-beb4-4bf8-86c9-22d656a4bec4" providerId="AD" clId="Web-{A1ADCD10-61FF-4E53-B492-F1FC1EF896D9}" dt="2023-02-09T18:23:19.415" v="104"/>
          <ac:spMkLst>
            <pc:docMk/>
            <pc:sldMk cId="1491583460" sldId="257"/>
            <ac:spMk id="2" creationId="{386C2396-4CC3-B587-AB66-7FD53CE0C83A}"/>
          </ac:spMkLst>
        </pc:spChg>
        <pc:spChg chg="mod">
          <ac:chgData name="Giulio Girelli (gg6n21)" userId="S::gg6n21@soton.ac.uk::3ebfc336-beb4-4bf8-86c9-22d656a4bec4" providerId="AD" clId="Web-{A1ADCD10-61FF-4E53-B492-F1FC1EF896D9}" dt="2023-02-09T18:41:54.173" v="242" actId="20577"/>
          <ac:spMkLst>
            <pc:docMk/>
            <pc:sldMk cId="1491583460" sldId="257"/>
            <ac:spMk id="3" creationId="{5CA1DA83-AB5D-22B8-AF49-E2DD009CC96A}"/>
          </ac:spMkLst>
        </pc:spChg>
        <pc:spChg chg="add">
          <ac:chgData name="Giulio Girelli (gg6n21)" userId="S::gg6n21@soton.ac.uk::3ebfc336-beb4-4bf8-86c9-22d656a4bec4" providerId="AD" clId="Web-{A1ADCD10-61FF-4E53-B492-F1FC1EF896D9}" dt="2023-02-09T18:23:19.415" v="104"/>
          <ac:spMkLst>
            <pc:docMk/>
            <pc:sldMk cId="1491583460" sldId="257"/>
            <ac:spMk id="12" creationId="{E7F82259-6DC6-40BE-84AB-3D4BDA537672}"/>
          </ac:spMkLst>
        </pc:spChg>
        <pc:spChg chg="add">
          <ac:chgData name="Giulio Girelli (gg6n21)" userId="S::gg6n21@soton.ac.uk::3ebfc336-beb4-4bf8-86c9-22d656a4bec4" providerId="AD" clId="Web-{A1ADCD10-61FF-4E53-B492-F1FC1EF896D9}" dt="2023-02-09T18:23:19.415" v="104"/>
          <ac:spMkLst>
            <pc:docMk/>
            <pc:sldMk cId="1491583460" sldId="257"/>
            <ac:spMk id="16" creationId="{35490A1A-AA28-463A-AA3C-C84B88ED54D3}"/>
          </ac:spMkLst>
        </pc:spChg>
        <pc:spChg chg="add">
          <ac:chgData name="Giulio Girelli (gg6n21)" userId="S::gg6n21@soton.ac.uk::3ebfc336-beb4-4bf8-86c9-22d656a4bec4" providerId="AD" clId="Web-{A1ADCD10-61FF-4E53-B492-F1FC1EF896D9}" dt="2023-02-09T18:23:19.415" v="104"/>
          <ac:spMkLst>
            <pc:docMk/>
            <pc:sldMk cId="1491583460" sldId="257"/>
            <ac:spMk id="18" creationId="{9CBAC0BF-B249-46F8-B6CE-50488DCA102A}"/>
          </ac:spMkLst>
        </pc:spChg>
        <pc:spChg chg="add">
          <ac:chgData name="Giulio Girelli (gg6n21)" userId="S::gg6n21@soton.ac.uk::3ebfc336-beb4-4bf8-86c9-22d656a4bec4" providerId="AD" clId="Web-{A1ADCD10-61FF-4E53-B492-F1FC1EF896D9}" dt="2023-02-09T18:23:19.415" v="104"/>
          <ac:spMkLst>
            <pc:docMk/>
            <pc:sldMk cId="1491583460" sldId="257"/>
            <ac:spMk id="20" creationId="{983DEAAD-C42F-417F-96C1-36AC52AA5D25}"/>
          </ac:spMkLst>
        </pc:spChg>
        <pc:spChg chg="add">
          <ac:chgData name="Giulio Girelli (gg6n21)" userId="S::gg6n21@soton.ac.uk::3ebfc336-beb4-4bf8-86c9-22d656a4bec4" providerId="AD" clId="Web-{A1ADCD10-61FF-4E53-B492-F1FC1EF896D9}" dt="2023-02-09T18:23:19.415" v="104"/>
          <ac:spMkLst>
            <pc:docMk/>
            <pc:sldMk cId="1491583460" sldId="257"/>
            <ac:spMk id="22" creationId="{69259C9E-EB60-4136-BFB3-C6AA8EABCC75}"/>
          </ac:spMkLst>
        </pc:spChg>
        <pc:spChg chg="add">
          <ac:chgData name="Giulio Girelli (gg6n21)" userId="S::gg6n21@soton.ac.uk::3ebfc336-beb4-4bf8-86c9-22d656a4bec4" providerId="AD" clId="Web-{A1ADCD10-61FF-4E53-B492-F1FC1EF896D9}" dt="2023-02-09T18:23:19.415" v="104"/>
          <ac:spMkLst>
            <pc:docMk/>
            <pc:sldMk cId="1491583460" sldId="257"/>
            <ac:spMk id="24" creationId="{C44B207C-AE62-4FA8-B469-5E0EDADF80A5}"/>
          </ac:spMkLst>
        </pc:spChg>
        <pc:spChg chg="add">
          <ac:chgData name="Giulio Girelli (gg6n21)" userId="S::gg6n21@soton.ac.uk::3ebfc336-beb4-4bf8-86c9-22d656a4bec4" providerId="AD" clId="Web-{A1ADCD10-61FF-4E53-B492-F1FC1EF896D9}" dt="2023-02-09T18:23:19.415" v="104"/>
          <ac:spMkLst>
            <pc:docMk/>
            <pc:sldMk cId="1491583460" sldId="257"/>
            <ac:spMk id="26" creationId="{BE1354F6-7F92-40AE-A769-AC17DBD95EC7}"/>
          </ac:spMkLst>
        </pc:spChg>
        <pc:picChg chg="add del mod ord">
          <ac:chgData name="Giulio Girelli (gg6n21)" userId="S::gg6n21@soton.ac.uk::3ebfc336-beb4-4bf8-86c9-22d656a4bec4" providerId="AD" clId="Web-{A1ADCD10-61FF-4E53-B492-F1FC1EF896D9}" dt="2023-02-09T18:24:20.948" v="119"/>
          <ac:picMkLst>
            <pc:docMk/>
            <pc:sldMk cId="1491583460" sldId="257"/>
            <ac:picMk id="4" creationId="{38A4D416-303F-9511-F7D6-1044140AEDE7}"/>
          </ac:picMkLst>
        </pc:picChg>
        <pc:picChg chg="add mod ord">
          <ac:chgData name="Giulio Girelli (gg6n21)" userId="S::gg6n21@soton.ac.uk::3ebfc336-beb4-4bf8-86c9-22d656a4bec4" providerId="AD" clId="Web-{A1ADCD10-61FF-4E53-B492-F1FC1EF896D9}" dt="2023-02-09T18:23:40.806" v="110" actId="1076"/>
          <ac:picMkLst>
            <pc:docMk/>
            <pc:sldMk cId="1491583460" sldId="257"/>
            <ac:picMk id="5" creationId="{E4BF5AF5-800A-AD71-7DBD-B95A64705D9B}"/>
          </ac:picMkLst>
        </pc:picChg>
        <pc:picChg chg="add mod">
          <ac:chgData name="Giulio Girelli (gg6n21)" userId="S::gg6n21@soton.ac.uk::3ebfc336-beb4-4bf8-86c9-22d656a4bec4" providerId="AD" clId="Web-{A1ADCD10-61FF-4E53-B492-F1FC1EF896D9}" dt="2023-02-09T18:23:19.415" v="104"/>
          <ac:picMkLst>
            <pc:docMk/>
            <pc:sldMk cId="1491583460" sldId="257"/>
            <ac:picMk id="6" creationId="{E21BE46A-7F62-FB1C-38FD-19353120F88A}"/>
          </ac:picMkLst>
        </pc:picChg>
        <pc:picChg chg="add del mod">
          <ac:chgData name="Giulio Girelli (gg6n21)" userId="S::gg6n21@soton.ac.uk::3ebfc336-beb4-4bf8-86c9-22d656a4bec4" providerId="AD" clId="Web-{A1ADCD10-61FF-4E53-B492-F1FC1EF896D9}" dt="2023-02-09T18:24:44.465" v="126"/>
          <ac:picMkLst>
            <pc:docMk/>
            <pc:sldMk cId="1491583460" sldId="257"/>
            <ac:picMk id="7" creationId="{5F56BD57-AA33-C491-669F-51EB1F86E86A}"/>
          </ac:picMkLst>
        </pc:picChg>
        <pc:picChg chg="add mod">
          <ac:chgData name="Giulio Girelli (gg6n21)" userId="S::gg6n21@soton.ac.uk::3ebfc336-beb4-4bf8-86c9-22d656a4bec4" providerId="AD" clId="Web-{A1ADCD10-61FF-4E53-B492-F1FC1EF896D9}" dt="2023-02-09T18:24:47.778" v="127" actId="1076"/>
          <ac:picMkLst>
            <pc:docMk/>
            <pc:sldMk cId="1491583460" sldId="257"/>
            <ac:picMk id="8" creationId="{57082EEB-90C6-2C7E-A752-695490017BC1}"/>
          </ac:picMkLst>
        </pc:picChg>
        <pc:picChg chg="add del mod">
          <ac:chgData name="Giulio Girelli (gg6n21)" userId="S::gg6n21@soton.ac.uk::3ebfc336-beb4-4bf8-86c9-22d656a4bec4" providerId="AD" clId="Web-{A1ADCD10-61FF-4E53-B492-F1FC1EF896D9}" dt="2023-02-09T18:24:22.589" v="120"/>
          <ac:picMkLst>
            <pc:docMk/>
            <pc:sldMk cId="1491583460" sldId="257"/>
            <ac:picMk id="9" creationId="{1E28F026-23BF-2FDE-7524-B89AE7433288}"/>
          </ac:picMkLst>
        </pc:picChg>
        <pc:picChg chg="add mod">
          <ac:chgData name="Giulio Girelli (gg6n21)" userId="S::gg6n21@soton.ac.uk::3ebfc336-beb4-4bf8-86c9-22d656a4bec4" providerId="AD" clId="Web-{A1ADCD10-61FF-4E53-B492-F1FC1EF896D9}" dt="2023-02-09T18:24:41.684" v="125" actId="1076"/>
          <ac:picMkLst>
            <pc:docMk/>
            <pc:sldMk cId="1491583460" sldId="257"/>
            <ac:picMk id="10" creationId="{BE30094D-8C30-54C4-5461-27D0995B7BB5}"/>
          </ac:picMkLst>
        </pc:picChg>
        <pc:cxnChg chg="add">
          <ac:chgData name="Giulio Girelli (gg6n21)" userId="S::gg6n21@soton.ac.uk::3ebfc336-beb4-4bf8-86c9-22d656a4bec4" providerId="AD" clId="Web-{A1ADCD10-61FF-4E53-B492-F1FC1EF896D9}" dt="2023-02-09T18:23:19.415" v="104"/>
          <ac:cxnSpMkLst>
            <pc:docMk/>
            <pc:sldMk cId="1491583460" sldId="257"/>
            <ac:cxnSpMk id="14" creationId="{D8969DA3-1975-44C7-B7ED-053710F94528}"/>
          </ac:cxnSpMkLst>
        </pc:cxnChg>
      </pc:sldChg>
    </pc:docChg>
  </pc:docChgLst>
  <pc:docChgLst>
    <pc:chgData name="Abi Johnson-Brett (aljb1g21)" userId="S::aljb1g21@soton.ac.uk::ba114e6c-176e-4ab8-90c5-3c1cc4604294" providerId="AD" clId="Web-{22237C5F-B67B-4F9F-BBF9-192CF55557C1}"/>
    <pc:docChg chg="modSld">
      <pc:chgData name="Abi Johnson-Brett (aljb1g21)" userId="S::aljb1g21@soton.ac.uk::ba114e6c-176e-4ab8-90c5-3c1cc4604294" providerId="AD" clId="Web-{22237C5F-B67B-4F9F-BBF9-192CF55557C1}" dt="2023-02-09T13:35:04.740" v="138" actId="20577"/>
      <pc:docMkLst>
        <pc:docMk/>
      </pc:docMkLst>
      <pc:sldChg chg="modSp">
        <pc:chgData name="Abi Johnson-Brett (aljb1g21)" userId="S::aljb1g21@soton.ac.uk::ba114e6c-176e-4ab8-90c5-3c1cc4604294" providerId="AD" clId="Web-{22237C5F-B67B-4F9F-BBF9-192CF55557C1}" dt="2023-02-09T13:35:04.740" v="138" actId="20577"/>
        <pc:sldMkLst>
          <pc:docMk/>
          <pc:sldMk cId="3694376829" sldId="260"/>
        </pc:sldMkLst>
        <pc:spChg chg="mod">
          <ac:chgData name="Abi Johnson-Brett (aljb1g21)" userId="S::aljb1g21@soton.ac.uk::ba114e6c-176e-4ab8-90c5-3c1cc4604294" providerId="AD" clId="Web-{22237C5F-B67B-4F9F-BBF9-192CF55557C1}" dt="2023-02-09T13:35:04.740" v="138" actId="20577"/>
          <ac:spMkLst>
            <pc:docMk/>
            <pc:sldMk cId="3694376829" sldId="260"/>
            <ac:spMk id="11" creationId="{526DCFF7-B97F-C8E5-9781-B5973C9E32F6}"/>
          </ac:spMkLst>
        </pc:spChg>
      </pc:sldChg>
    </pc:docChg>
  </pc:docChgLst>
  <pc:docChgLst>
    <pc:chgData name="Muhammad Yusri (mhby1g21)" userId="S::mhby1g21@soton.ac.uk::2dbe3601-ca13-4976-8d28-873dcb0bfb68" providerId="AD" clId="Web-{7E6DCD5C-1408-4563-84E4-0835FA79DF60}"/>
    <pc:docChg chg="modSld">
      <pc:chgData name="Muhammad Yusri (mhby1g21)" userId="S::mhby1g21@soton.ac.uk::2dbe3601-ca13-4976-8d28-873dcb0bfb68" providerId="AD" clId="Web-{7E6DCD5C-1408-4563-84E4-0835FA79DF60}" dt="2023-02-08T20:39:33.584" v="7" actId="20577"/>
      <pc:docMkLst>
        <pc:docMk/>
      </pc:docMkLst>
      <pc:sldChg chg="modSp">
        <pc:chgData name="Muhammad Yusri (mhby1g21)" userId="S::mhby1g21@soton.ac.uk::2dbe3601-ca13-4976-8d28-873dcb0bfb68" providerId="AD" clId="Web-{7E6DCD5C-1408-4563-84E4-0835FA79DF60}" dt="2023-02-08T20:39:02.599" v="1" actId="20577"/>
        <pc:sldMkLst>
          <pc:docMk/>
          <pc:sldMk cId="3934624138" sldId="261"/>
        </pc:sldMkLst>
        <pc:spChg chg="mod">
          <ac:chgData name="Muhammad Yusri (mhby1g21)" userId="S::mhby1g21@soton.ac.uk::2dbe3601-ca13-4976-8d28-873dcb0bfb68" providerId="AD" clId="Web-{7E6DCD5C-1408-4563-84E4-0835FA79DF60}" dt="2023-02-08T20:39:02.599" v="1" actId="20577"/>
          <ac:spMkLst>
            <pc:docMk/>
            <pc:sldMk cId="3934624138" sldId="261"/>
            <ac:spMk id="2" creationId="{0D19DF2D-FF50-658D-AA75-4A8EDE2F5C20}"/>
          </ac:spMkLst>
        </pc:spChg>
      </pc:sldChg>
      <pc:sldChg chg="modSp">
        <pc:chgData name="Muhammad Yusri (mhby1g21)" userId="S::mhby1g21@soton.ac.uk::2dbe3601-ca13-4976-8d28-873dcb0bfb68" providerId="AD" clId="Web-{7E6DCD5C-1408-4563-84E4-0835FA79DF60}" dt="2023-02-08T20:39:33.584" v="7" actId="20577"/>
        <pc:sldMkLst>
          <pc:docMk/>
          <pc:sldMk cId="508082994" sldId="264"/>
        </pc:sldMkLst>
        <pc:spChg chg="mod">
          <ac:chgData name="Muhammad Yusri (mhby1g21)" userId="S::mhby1g21@soton.ac.uk::2dbe3601-ca13-4976-8d28-873dcb0bfb68" providerId="AD" clId="Web-{7E6DCD5C-1408-4563-84E4-0835FA79DF60}" dt="2023-02-08T20:39:33.584" v="7" actId="20577"/>
          <ac:spMkLst>
            <pc:docMk/>
            <pc:sldMk cId="508082994" sldId="264"/>
            <ac:spMk id="3" creationId="{77144510-0EF4-7632-92F5-0A40D55147FC}"/>
          </ac:spMkLst>
        </pc:spChg>
      </pc:sldChg>
    </pc:docChg>
  </pc:docChgLst>
  <pc:docChgLst>
    <pc:chgData name="Muhammad Yusri (mhby1g21)" userId="S::mhby1g21@soton.ac.uk::2dbe3601-ca13-4976-8d28-873dcb0bfb68" providerId="AD" clId="Web-{BF8CEDE2-FE8B-4210-BBAF-FBADE7E7868A}"/>
    <pc:docChg chg="modSld">
      <pc:chgData name="Muhammad Yusri (mhby1g21)" userId="S::mhby1g21@soton.ac.uk::2dbe3601-ca13-4976-8d28-873dcb0bfb68" providerId="AD" clId="Web-{BF8CEDE2-FE8B-4210-BBAF-FBADE7E7868A}" dt="2023-02-10T10:21:53.943" v="0"/>
      <pc:docMkLst>
        <pc:docMk/>
      </pc:docMkLst>
      <pc:sldChg chg="mod modShow">
        <pc:chgData name="Muhammad Yusri (mhby1g21)" userId="S::mhby1g21@soton.ac.uk::2dbe3601-ca13-4976-8d28-873dcb0bfb68" providerId="AD" clId="Web-{BF8CEDE2-FE8B-4210-BBAF-FBADE7E7868A}" dt="2023-02-10T10:21:53.943" v="0"/>
        <pc:sldMkLst>
          <pc:docMk/>
          <pc:sldMk cId="508082994" sldId="264"/>
        </pc:sldMkLst>
      </pc:sldChg>
    </pc:docChg>
  </pc:docChgLst>
  <pc:docChgLst>
    <pc:chgData name="Abi Johnson-Brett (aljb1g21)" userId="S::aljb1g21@soton.ac.uk::ba114e6c-176e-4ab8-90c5-3c1cc4604294" providerId="AD" clId="Web-{666A5B5A-476B-4FC9-8920-A09BBE5B56AB}"/>
    <pc:docChg chg="delSld">
      <pc:chgData name="Abi Johnson-Brett (aljb1g21)" userId="S::aljb1g21@soton.ac.uk::ba114e6c-176e-4ab8-90c5-3c1cc4604294" providerId="AD" clId="Web-{666A5B5A-476B-4FC9-8920-A09BBE5B56AB}" dt="2023-02-09T10:05:36.596" v="0"/>
      <pc:docMkLst>
        <pc:docMk/>
      </pc:docMkLst>
      <pc:sldChg chg="del">
        <pc:chgData name="Abi Johnson-Brett (aljb1g21)" userId="S::aljb1g21@soton.ac.uk::ba114e6c-176e-4ab8-90c5-3c1cc4604294" providerId="AD" clId="Web-{666A5B5A-476B-4FC9-8920-A09BBE5B56AB}" dt="2023-02-09T10:05:36.596" v="0"/>
        <pc:sldMkLst>
          <pc:docMk/>
          <pc:sldMk cId="2334103121" sldId="263"/>
        </pc:sldMkLst>
      </pc:sldChg>
    </pc:docChg>
  </pc:docChgLst>
  <pc:docChgLst>
    <pc:chgData name="Syazwan Zulkepli (ssdz1g21)" userId="S::ssdz1g21@soton.ac.uk::13a33a4f-77ad-46f9-bc1b-d425094625b1" providerId="AD" clId="Web-{47916A8A-A272-4624-BD97-A6E58C9075D7}"/>
    <pc:docChg chg="modSld">
      <pc:chgData name="Syazwan Zulkepli (ssdz1g21)" userId="S::ssdz1g21@soton.ac.uk::13a33a4f-77ad-46f9-bc1b-d425094625b1" providerId="AD" clId="Web-{47916A8A-A272-4624-BD97-A6E58C9075D7}" dt="2023-02-10T11:45:41.656" v="43" actId="1076"/>
      <pc:docMkLst>
        <pc:docMk/>
      </pc:docMkLst>
      <pc:sldChg chg="addSp delSp modSp mod setBg">
        <pc:chgData name="Syazwan Zulkepli (ssdz1g21)" userId="S::ssdz1g21@soton.ac.uk::13a33a4f-77ad-46f9-bc1b-d425094625b1" providerId="AD" clId="Web-{47916A8A-A272-4624-BD97-A6E58C9075D7}" dt="2023-02-10T11:45:41.656" v="43" actId="1076"/>
        <pc:sldMkLst>
          <pc:docMk/>
          <pc:sldMk cId="3532854605" sldId="267"/>
        </pc:sldMkLst>
        <pc:spChg chg="mod ord">
          <ac:chgData name="Syazwan Zulkepli (ssdz1g21)" userId="S::ssdz1g21@soton.ac.uk::13a33a4f-77ad-46f9-bc1b-d425094625b1" providerId="AD" clId="Web-{47916A8A-A272-4624-BD97-A6E58C9075D7}" dt="2023-02-10T11:45:41.656" v="43" actId="1076"/>
          <ac:spMkLst>
            <pc:docMk/>
            <pc:sldMk cId="3532854605" sldId="267"/>
            <ac:spMk id="9" creationId="{8F2E8ABC-3770-3FC3-39A3-1DB04BA978C6}"/>
          </ac:spMkLst>
        </pc:spChg>
        <pc:spChg chg="add del">
          <ac:chgData name="Syazwan Zulkepli (ssdz1g21)" userId="S::ssdz1g21@soton.ac.uk::13a33a4f-77ad-46f9-bc1b-d425094625b1" providerId="AD" clId="Web-{47916A8A-A272-4624-BD97-A6E58C9075D7}" dt="2023-02-10T11:44:43.732" v="16"/>
          <ac:spMkLst>
            <pc:docMk/>
            <pc:sldMk cId="3532854605" sldId="267"/>
            <ac:spMk id="13" creationId="{F16FE3E3-1A48-0A43-5E7C-4E1E14B67F45}"/>
          </ac:spMkLst>
        </pc:spChg>
        <pc:spChg chg="add del">
          <ac:chgData name="Syazwan Zulkepli (ssdz1g21)" userId="S::ssdz1g21@soton.ac.uk::13a33a4f-77ad-46f9-bc1b-d425094625b1" providerId="AD" clId="Web-{47916A8A-A272-4624-BD97-A6E58C9075D7}" dt="2023-02-10T11:44:46.841" v="18"/>
          <ac:spMkLst>
            <pc:docMk/>
            <pc:sldMk cId="3532854605" sldId="267"/>
            <ac:spMk id="14" creationId="{BB2B8762-61F0-4F1B-9364-D633EE9D6AF5}"/>
          </ac:spMkLst>
        </pc:spChg>
        <pc:spChg chg="add del">
          <ac:chgData name="Syazwan Zulkepli (ssdz1g21)" userId="S::ssdz1g21@soton.ac.uk::13a33a4f-77ad-46f9-bc1b-d425094625b1" providerId="AD" clId="Web-{47916A8A-A272-4624-BD97-A6E58C9075D7}" dt="2023-02-10T11:44:43.732" v="16"/>
          <ac:spMkLst>
            <pc:docMk/>
            <pc:sldMk cId="3532854605" sldId="267"/>
            <ac:spMk id="16" creationId="{73B90B8B-F76B-4130-8370-38033EEACB93}"/>
          </ac:spMkLst>
        </pc:spChg>
        <pc:spChg chg="add del">
          <ac:chgData name="Syazwan Zulkepli (ssdz1g21)" userId="S::ssdz1g21@soton.ac.uk::13a33a4f-77ad-46f9-bc1b-d425094625b1" providerId="AD" clId="Web-{47916A8A-A272-4624-BD97-A6E58C9075D7}" dt="2023-02-10T11:44:43.732" v="16"/>
          <ac:spMkLst>
            <pc:docMk/>
            <pc:sldMk cId="3532854605" sldId="267"/>
            <ac:spMk id="20" creationId="{91C67939-3FD0-4B45-8AA4-9FE55C7EE127}"/>
          </ac:spMkLst>
        </pc:spChg>
        <pc:spChg chg="add del">
          <ac:chgData name="Syazwan Zulkepli (ssdz1g21)" userId="S::ssdz1g21@soton.ac.uk::13a33a4f-77ad-46f9-bc1b-d425094625b1" providerId="AD" clId="Web-{47916A8A-A272-4624-BD97-A6E58C9075D7}" dt="2023-02-10T11:44:43.732" v="16"/>
          <ac:spMkLst>
            <pc:docMk/>
            <pc:sldMk cId="3532854605" sldId="267"/>
            <ac:spMk id="22" creationId="{0981A96A-A87C-4F87-845A-3B0A6529F543}"/>
          </ac:spMkLst>
        </pc:spChg>
        <pc:spChg chg="add del">
          <ac:chgData name="Syazwan Zulkepli (ssdz1g21)" userId="S::ssdz1g21@soton.ac.uk::13a33a4f-77ad-46f9-bc1b-d425094625b1" providerId="AD" clId="Web-{47916A8A-A272-4624-BD97-A6E58C9075D7}" dt="2023-02-10T11:44:46.841" v="18"/>
          <ac:spMkLst>
            <pc:docMk/>
            <pc:sldMk cId="3532854605" sldId="267"/>
            <ac:spMk id="24" creationId="{F530C0F6-C8DF-4539-B30C-8105DB618C20}"/>
          </ac:spMkLst>
        </pc:spChg>
        <pc:spChg chg="add del">
          <ac:chgData name="Syazwan Zulkepli (ssdz1g21)" userId="S::ssdz1g21@soton.ac.uk::13a33a4f-77ad-46f9-bc1b-d425094625b1" providerId="AD" clId="Web-{47916A8A-A272-4624-BD97-A6E58C9075D7}" dt="2023-02-10T11:44:46.841" v="18"/>
          <ac:spMkLst>
            <pc:docMk/>
            <pc:sldMk cId="3532854605" sldId="267"/>
            <ac:spMk id="25" creationId="{E97675C8-1328-460C-9EBF-6B446B67EAD3}"/>
          </ac:spMkLst>
        </pc:spChg>
        <pc:spChg chg="add del">
          <ac:chgData name="Syazwan Zulkepli (ssdz1g21)" userId="S::ssdz1g21@soton.ac.uk::13a33a4f-77ad-46f9-bc1b-d425094625b1" providerId="AD" clId="Web-{47916A8A-A272-4624-BD97-A6E58C9075D7}" dt="2023-02-10T11:44:46.841" v="18"/>
          <ac:spMkLst>
            <pc:docMk/>
            <pc:sldMk cId="3532854605" sldId="267"/>
            <ac:spMk id="26" creationId="{BAE51241-AA8B-4B82-9C59-6738DB85674C}"/>
          </ac:spMkLst>
        </pc:spChg>
        <pc:spChg chg="add del">
          <ac:chgData name="Syazwan Zulkepli (ssdz1g21)" userId="S::ssdz1g21@soton.ac.uk::13a33a4f-77ad-46f9-bc1b-d425094625b1" providerId="AD" clId="Web-{47916A8A-A272-4624-BD97-A6E58C9075D7}" dt="2023-02-10T11:44:46.841" v="18"/>
          <ac:spMkLst>
            <pc:docMk/>
            <pc:sldMk cId="3532854605" sldId="267"/>
            <ac:spMk id="28" creationId="{2AD83CFE-1CA3-4832-A4B9-C48CD1347C03}"/>
          </ac:spMkLst>
        </pc:spChg>
        <pc:spChg chg="add del">
          <ac:chgData name="Syazwan Zulkepli (ssdz1g21)" userId="S::ssdz1g21@soton.ac.uk::13a33a4f-77ad-46f9-bc1b-d425094625b1" providerId="AD" clId="Web-{47916A8A-A272-4624-BD97-A6E58C9075D7}" dt="2023-02-10T11:44:46.841" v="18"/>
          <ac:spMkLst>
            <pc:docMk/>
            <pc:sldMk cId="3532854605" sldId="267"/>
            <ac:spMk id="29" creationId="{BC98641C-7F74-435D-996F-A4387A3C3C26}"/>
          </ac:spMkLst>
        </pc:spChg>
        <pc:spChg chg="add del">
          <ac:chgData name="Syazwan Zulkepli (ssdz1g21)" userId="S::ssdz1g21@soton.ac.uk::13a33a4f-77ad-46f9-bc1b-d425094625b1" providerId="AD" clId="Web-{47916A8A-A272-4624-BD97-A6E58C9075D7}" dt="2023-02-10T11:45:17.514" v="31"/>
          <ac:spMkLst>
            <pc:docMk/>
            <pc:sldMk cId="3532854605" sldId="267"/>
            <ac:spMk id="31" creationId="{BB2B8762-61F0-4F1B-9364-D633EE9D6AF5}"/>
          </ac:spMkLst>
        </pc:spChg>
        <pc:spChg chg="add del">
          <ac:chgData name="Syazwan Zulkepli (ssdz1g21)" userId="S::ssdz1g21@soton.ac.uk::13a33a4f-77ad-46f9-bc1b-d425094625b1" providerId="AD" clId="Web-{47916A8A-A272-4624-BD97-A6E58C9075D7}" dt="2023-02-10T11:45:17.514" v="31"/>
          <ac:spMkLst>
            <pc:docMk/>
            <pc:sldMk cId="3532854605" sldId="267"/>
            <ac:spMk id="32" creationId="{E97675C8-1328-460C-9EBF-6B446B67EAD3}"/>
          </ac:spMkLst>
        </pc:spChg>
        <pc:spChg chg="add del">
          <ac:chgData name="Syazwan Zulkepli (ssdz1g21)" userId="S::ssdz1g21@soton.ac.uk::13a33a4f-77ad-46f9-bc1b-d425094625b1" providerId="AD" clId="Web-{47916A8A-A272-4624-BD97-A6E58C9075D7}" dt="2023-02-10T11:45:17.514" v="31"/>
          <ac:spMkLst>
            <pc:docMk/>
            <pc:sldMk cId="3532854605" sldId="267"/>
            <ac:spMk id="34" creationId="{C6417104-D4C1-4710-9982-2154A7F48492}"/>
          </ac:spMkLst>
        </pc:spChg>
        <pc:spChg chg="add del">
          <ac:chgData name="Syazwan Zulkepli (ssdz1g21)" userId="S::ssdz1g21@soton.ac.uk::13a33a4f-77ad-46f9-bc1b-d425094625b1" providerId="AD" clId="Web-{47916A8A-A272-4624-BD97-A6E58C9075D7}" dt="2023-02-10T11:45:17.514" v="31"/>
          <ac:spMkLst>
            <pc:docMk/>
            <pc:sldMk cId="3532854605" sldId="267"/>
            <ac:spMk id="35" creationId="{626F1402-2DEC-4071-84AF-350C7BF00D43}"/>
          </ac:spMkLst>
        </pc:spChg>
        <pc:spChg chg="add del">
          <ac:chgData name="Syazwan Zulkepli (ssdz1g21)" userId="S::ssdz1g21@soton.ac.uk::13a33a4f-77ad-46f9-bc1b-d425094625b1" providerId="AD" clId="Web-{47916A8A-A272-4624-BD97-A6E58C9075D7}" dt="2023-02-10T11:45:17.514" v="31"/>
          <ac:spMkLst>
            <pc:docMk/>
            <pc:sldMk cId="3532854605" sldId="267"/>
            <ac:spMk id="37" creationId="{DA52A394-10F4-4AA5-90E4-634D1E919DBA}"/>
          </ac:spMkLst>
        </pc:spChg>
        <pc:spChg chg="add del">
          <ac:chgData name="Syazwan Zulkepli (ssdz1g21)" userId="S::ssdz1g21@soton.ac.uk::13a33a4f-77ad-46f9-bc1b-d425094625b1" providerId="AD" clId="Web-{47916A8A-A272-4624-BD97-A6E58C9075D7}" dt="2023-02-10T11:45:17.514" v="31"/>
          <ac:spMkLst>
            <pc:docMk/>
            <pc:sldMk cId="3532854605" sldId="267"/>
            <ac:spMk id="38" creationId="{07BDDC51-8BB2-42BE-8EA8-39B3E9AC1EF6}"/>
          </ac:spMkLst>
        </pc:spChg>
        <pc:spChg chg="add">
          <ac:chgData name="Syazwan Zulkepli (ssdz1g21)" userId="S::ssdz1g21@soton.ac.uk::13a33a4f-77ad-46f9-bc1b-d425094625b1" providerId="AD" clId="Web-{47916A8A-A272-4624-BD97-A6E58C9075D7}" dt="2023-02-10T11:45:17.514" v="31"/>
          <ac:spMkLst>
            <pc:docMk/>
            <pc:sldMk cId="3532854605" sldId="267"/>
            <ac:spMk id="43" creationId="{BB2B8762-61F0-4F1B-9364-D633EE9D6AF5}"/>
          </ac:spMkLst>
        </pc:spChg>
        <pc:spChg chg="add">
          <ac:chgData name="Syazwan Zulkepli (ssdz1g21)" userId="S::ssdz1g21@soton.ac.uk::13a33a4f-77ad-46f9-bc1b-d425094625b1" providerId="AD" clId="Web-{47916A8A-A272-4624-BD97-A6E58C9075D7}" dt="2023-02-10T11:45:17.514" v="31"/>
          <ac:spMkLst>
            <pc:docMk/>
            <pc:sldMk cId="3532854605" sldId="267"/>
            <ac:spMk id="45" creationId="{E97675C8-1328-460C-9EBF-6B446B67EAD3}"/>
          </ac:spMkLst>
        </pc:spChg>
        <pc:spChg chg="add">
          <ac:chgData name="Syazwan Zulkepli (ssdz1g21)" userId="S::ssdz1g21@soton.ac.uk::13a33a4f-77ad-46f9-bc1b-d425094625b1" providerId="AD" clId="Web-{47916A8A-A272-4624-BD97-A6E58C9075D7}" dt="2023-02-10T11:45:17.514" v="31"/>
          <ac:spMkLst>
            <pc:docMk/>
            <pc:sldMk cId="3532854605" sldId="267"/>
            <ac:spMk id="49" creationId="{C6417104-D4C1-4710-9982-2154A7F48492}"/>
          </ac:spMkLst>
        </pc:spChg>
        <pc:spChg chg="add">
          <ac:chgData name="Syazwan Zulkepli (ssdz1g21)" userId="S::ssdz1g21@soton.ac.uk::13a33a4f-77ad-46f9-bc1b-d425094625b1" providerId="AD" clId="Web-{47916A8A-A272-4624-BD97-A6E58C9075D7}" dt="2023-02-10T11:45:17.514" v="31"/>
          <ac:spMkLst>
            <pc:docMk/>
            <pc:sldMk cId="3532854605" sldId="267"/>
            <ac:spMk id="51" creationId="{626F1402-2DEC-4071-84AF-350C7BF00D43}"/>
          </ac:spMkLst>
        </pc:spChg>
        <pc:spChg chg="add">
          <ac:chgData name="Syazwan Zulkepli (ssdz1g21)" userId="S::ssdz1g21@soton.ac.uk::13a33a4f-77ad-46f9-bc1b-d425094625b1" providerId="AD" clId="Web-{47916A8A-A272-4624-BD97-A6E58C9075D7}" dt="2023-02-10T11:45:17.514" v="31"/>
          <ac:spMkLst>
            <pc:docMk/>
            <pc:sldMk cId="3532854605" sldId="267"/>
            <ac:spMk id="55" creationId="{DA52A394-10F4-4AA5-90E4-634D1E919DBA}"/>
          </ac:spMkLst>
        </pc:spChg>
        <pc:spChg chg="add">
          <ac:chgData name="Syazwan Zulkepli (ssdz1g21)" userId="S::ssdz1g21@soton.ac.uk::13a33a4f-77ad-46f9-bc1b-d425094625b1" providerId="AD" clId="Web-{47916A8A-A272-4624-BD97-A6E58C9075D7}" dt="2023-02-10T11:45:17.514" v="31"/>
          <ac:spMkLst>
            <pc:docMk/>
            <pc:sldMk cId="3532854605" sldId="267"/>
            <ac:spMk id="57" creationId="{07BDDC51-8BB2-42BE-8EA8-39B3E9AC1EF6}"/>
          </ac:spMkLst>
        </pc:spChg>
        <pc:picChg chg="add del">
          <ac:chgData name="Syazwan Zulkepli (ssdz1g21)" userId="S::ssdz1g21@soton.ac.uk::13a33a4f-77ad-46f9-bc1b-d425094625b1" providerId="AD" clId="Web-{47916A8A-A272-4624-BD97-A6E58C9075D7}" dt="2023-02-10T11:44:29.513" v="12"/>
          <ac:picMkLst>
            <pc:docMk/>
            <pc:sldMk cId="3532854605" sldId="267"/>
            <ac:picMk id="3" creationId="{EA0DE8AB-F74B-460C-DAAB-63BF26863116}"/>
          </ac:picMkLst>
        </pc:picChg>
        <pc:picChg chg="mod ord">
          <ac:chgData name="Syazwan Zulkepli (ssdz1g21)" userId="S::ssdz1g21@soton.ac.uk::13a33a4f-77ad-46f9-bc1b-d425094625b1" providerId="AD" clId="Web-{47916A8A-A272-4624-BD97-A6E58C9075D7}" dt="2023-02-10T11:45:28.968" v="37" actId="1076"/>
          <ac:picMkLst>
            <pc:docMk/>
            <pc:sldMk cId="3532854605" sldId="267"/>
            <ac:picMk id="7" creationId="{4FD78D9F-1C02-9883-ADCA-BB5662A0AFE7}"/>
          </ac:picMkLst>
        </pc:picChg>
        <pc:picChg chg="mod ord">
          <ac:chgData name="Syazwan Zulkepli (ssdz1g21)" userId="S::ssdz1g21@soton.ac.uk::13a33a4f-77ad-46f9-bc1b-d425094625b1" providerId="AD" clId="Web-{47916A8A-A272-4624-BD97-A6E58C9075D7}" dt="2023-02-10T11:45:34.187" v="40" actId="1076"/>
          <ac:picMkLst>
            <pc:docMk/>
            <pc:sldMk cId="3532854605" sldId="267"/>
            <ac:picMk id="8" creationId="{14B48F9D-A094-CEB4-8770-8B2F4E4572C1}"/>
          </ac:picMkLst>
        </pc:picChg>
        <pc:cxnChg chg="add del">
          <ac:chgData name="Syazwan Zulkepli (ssdz1g21)" userId="S::ssdz1g21@soton.ac.uk::13a33a4f-77ad-46f9-bc1b-d425094625b1" providerId="AD" clId="Web-{47916A8A-A272-4624-BD97-A6E58C9075D7}" dt="2023-02-10T11:44:43.732" v="16"/>
          <ac:cxnSpMkLst>
            <pc:docMk/>
            <pc:sldMk cId="3532854605" sldId="267"/>
            <ac:cxnSpMk id="18" creationId="{C2D93264-3FF9-4175-A7FA-F927F0F77AA0}"/>
          </ac:cxnSpMkLst>
        </pc:cxnChg>
        <pc:cxnChg chg="add del">
          <ac:chgData name="Syazwan Zulkepli (ssdz1g21)" userId="S::ssdz1g21@soton.ac.uk::13a33a4f-77ad-46f9-bc1b-d425094625b1" providerId="AD" clId="Web-{47916A8A-A272-4624-BD97-A6E58C9075D7}" dt="2023-02-10T11:44:46.841" v="18"/>
          <ac:cxnSpMkLst>
            <pc:docMk/>
            <pc:sldMk cId="3532854605" sldId="267"/>
            <ac:cxnSpMk id="27" creationId="{514EE78B-AF71-4195-A01B-F1165D9233BF}"/>
          </ac:cxnSpMkLst>
        </pc:cxnChg>
        <pc:cxnChg chg="add del">
          <ac:chgData name="Syazwan Zulkepli (ssdz1g21)" userId="S::ssdz1g21@soton.ac.uk::13a33a4f-77ad-46f9-bc1b-d425094625b1" providerId="AD" clId="Web-{47916A8A-A272-4624-BD97-A6E58C9075D7}" dt="2023-02-10T11:45:17.514" v="31"/>
          <ac:cxnSpMkLst>
            <pc:docMk/>
            <pc:sldMk cId="3532854605" sldId="267"/>
            <ac:cxnSpMk id="33" creationId="{514EE78B-AF71-4195-A01B-F1165D9233BF}"/>
          </ac:cxnSpMkLst>
        </pc:cxnChg>
        <pc:cxnChg chg="add del">
          <ac:chgData name="Syazwan Zulkepli (ssdz1g21)" userId="S::ssdz1g21@soton.ac.uk::13a33a4f-77ad-46f9-bc1b-d425094625b1" providerId="AD" clId="Web-{47916A8A-A272-4624-BD97-A6E58C9075D7}" dt="2023-02-10T11:45:17.514" v="31"/>
          <ac:cxnSpMkLst>
            <pc:docMk/>
            <pc:sldMk cId="3532854605" sldId="267"/>
            <ac:cxnSpMk id="36" creationId="{04733B62-1719-4677-A612-CA0AC0AD7482}"/>
          </ac:cxnSpMkLst>
        </pc:cxnChg>
        <pc:cxnChg chg="add">
          <ac:chgData name="Syazwan Zulkepli (ssdz1g21)" userId="S::ssdz1g21@soton.ac.uk::13a33a4f-77ad-46f9-bc1b-d425094625b1" providerId="AD" clId="Web-{47916A8A-A272-4624-BD97-A6E58C9075D7}" dt="2023-02-10T11:45:17.514" v="31"/>
          <ac:cxnSpMkLst>
            <pc:docMk/>
            <pc:sldMk cId="3532854605" sldId="267"/>
            <ac:cxnSpMk id="47" creationId="{514EE78B-AF71-4195-A01B-F1165D9233BF}"/>
          </ac:cxnSpMkLst>
        </pc:cxnChg>
        <pc:cxnChg chg="add">
          <ac:chgData name="Syazwan Zulkepli (ssdz1g21)" userId="S::ssdz1g21@soton.ac.uk::13a33a4f-77ad-46f9-bc1b-d425094625b1" providerId="AD" clId="Web-{47916A8A-A272-4624-BD97-A6E58C9075D7}" dt="2023-02-10T11:45:17.514" v="31"/>
          <ac:cxnSpMkLst>
            <pc:docMk/>
            <pc:sldMk cId="3532854605" sldId="267"/>
            <ac:cxnSpMk id="53" creationId="{04733B62-1719-4677-A612-CA0AC0AD7482}"/>
          </ac:cxnSpMkLst>
        </pc:cxnChg>
      </pc:sldChg>
    </pc:docChg>
  </pc:docChgLst>
  <pc:docChgLst>
    <pc:chgData name="Muhammad" userId="2dbe3601-ca13-4976-8d28-873dcb0bfb68" providerId="ADAL" clId="{5071A681-A69B-46C9-A07D-52096513ABC8}"/>
    <pc:docChg chg="undo custSel addSection delSection">
      <pc:chgData name="Muhammad" userId="2dbe3601-ca13-4976-8d28-873dcb0bfb68" providerId="ADAL" clId="{5071A681-A69B-46C9-A07D-52096513ABC8}" dt="2023-02-10T10:21:28.742" v="3" actId="17851"/>
      <pc:docMkLst>
        <pc:docMk/>
      </pc:docMkLst>
    </pc:docChg>
  </pc:docChgLst>
  <pc:docChgLst>
    <pc:chgData name="Syazwan Zulkepli (ssdz1g21)" userId="S::ssdz1g21@soton.ac.uk::13a33a4f-77ad-46f9-bc1b-d425094625b1" providerId="AD" clId="Web-{17374304-1BEA-4EDC-9492-123DFFB84143}"/>
    <pc:docChg chg="modSld">
      <pc:chgData name="Syazwan Zulkepli (ssdz1g21)" userId="S::ssdz1g21@soton.ac.uk::13a33a4f-77ad-46f9-bc1b-d425094625b1" providerId="AD" clId="Web-{17374304-1BEA-4EDC-9492-123DFFB84143}" dt="2023-02-13T08:55:04.184" v="3" actId="20577"/>
      <pc:docMkLst>
        <pc:docMk/>
      </pc:docMkLst>
      <pc:sldChg chg="modSp">
        <pc:chgData name="Syazwan Zulkepli (ssdz1g21)" userId="S::ssdz1g21@soton.ac.uk::13a33a4f-77ad-46f9-bc1b-d425094625b1" providerId="AD" clId="Web-{17374304-1BEA-4EDC-9492-123DFFB84143}" dt="2023-02-13T08:55:04.184" v="3" actId="20577"/>
        <pc:sldMkLst>
          <pc:docMk/>
          <pc:sldMk cId="1389753989" sldId="259"/>
        </pc:sldMkLst>
        <pc:spChg chg="mod">
          <ac:chgData name="Syazwan Zulkepli (ssdz1g21)" userId="S::ssdz1g21@soton.ac.uk::13a33a4f-77ad-46f9-bc1b-d425094625b1" providerId="AD" clId="Web-{17374304-1BEA-4EDC-9492-123DFFB84143}" dt="2023-02-13T08:55:04.184" v="3" actId="20577"/>
          <ac:spMkLst>
            <pc:docMk/>
            <pc:sldMk cId="1389753989" sldId="259"/>
            <ac:spMk id="3" creationId="{2319EA6D-A677-F692-AD37-3FC024024350}"/>
          </ac:spMkLst>
        </pc:spChg>
      </pc:sldChg>
    </pc:docChg>
  </pc:docChgLst>
  <pc:docChgLst>
    <pc:chgData name="Giulio Girelli (gg6n21)" userId="S::gg6n21@soton.ac.uk::3ebfc336-beb4-4bf8-86c9-22d656a4bec4" providerId="AD" clId="Web-{79EE9C7D-76EC-4520-8992-988AFF0F95E2}"/>
    <pc:docChg chg="delSld modSection">
      <pc:chgData name="Giulio Girelli (gg6n21)" userId="S::gg6n21@soton.ac.uk::3ebfc336-beb4-4bf8-86c9-22d656a4bec4" providerId="AD" clId="Web-{79EE9C7D-76EC-4520-8992-988AFF0F95E2}" dt="2023-02-10T15:20:37.740" v="0"/>
      <pc:docMkLst>
        <pc:docMk/>
      </pc:docMkLst>
      <pc:sldChg chg="del">
        <pc:chgData name="Giulio Girelli (gg6n21)" userId="S::gg6n21@soton.ac.uk::3ebfc336-beb4-4bf8-86c9-22d656a4bec4" providerId="AD" clId="Web-{79EE9C7D-76EC-4520-8992-988AFF0F95E2}" dt="2023-02-10T15:20:37.740" v="0"/>
        <pc:sldMkLst>
          <pc:docMk/>
          <pc:sldMk cId="508082994" sldId="264"/>
        </pc:sldMkLst>
      </pc:sldChg>
    </pc:docChg>
  </pc:docChgLst>
  <pc:docChgLst>
    <pc:chgData name="Muhammad Yusri (mhby1g21)" userId="S::mhby1g21@soton.ac.uk::2dbe3601-ca13-4976-8d28-873dcb0bfb68" providerId="AD" clId="Web-{3C77544F-087D-47B3-B8B7-9E0261534235}"/>
    <pc:docChg chg="modSld">
      <pc:chgData name="Muhammad Yusri (mhby1g21)" userId="S::mhby1g21@soton.ac.uk::2dbe3601-ca13-4976-8d28-873dcb0bfb68" providerId="AD" clId="Web-{3C77544F-087D-47B3-B8B7-9E0261534235}" dt="2023-02-10T10:19:55.496" v="33"/>
      <pc:docMkLst>
        <pc:docMk/>
      </pc:docMkLst>
      <pc:sldChg chg="addSp modSp">
        <pc:chgData name="Muhammad Yusri (mhby1g21)" userId="S::mhby1g21@soton.ac.uk::2dbe3601-ca13-4976-8d28-873dcb0bfb68" providerId="AD" clId="Web-{3C77544F-087D-47B3-B8B7-9E0261534235}" dt="2023-02-10T10:19:55.496" v="33"/>
        <pc:sldMkLst>
          <pc:docMk/>
          <pc:sldMk cId="3934624138" sldId="261"/>
        </pc:sldMkLst>
        <pc:spChg chg="mod">
          <ac:chgData name="Muhammad Yusri (mhby1g21)" userId="S::mhby1g21@soton.ac.uk::2dbe3601-ca13-4976-8d28-873dcb0bfb68" providerId="AD" clId="Web-{3C77544F-087D-47B3-B8B7-9E0261534235}" dt="2023-02-10T10:18:59.054" v="27" actId="20577"/>
          <ac:spMkLst>
            <pc:docMk/>
            <pc:sldMk cId="3934624138" sldId="261"/>
            <ac:spMk id="3" creationId="{F2DF3E13-D0F2-E306-66E1-DF834107C89D}"/>
          </ac:spMkLst>
        </pc:spChg>
        <pc:picChg chg="mod">
          <ac:chgData name="Muhammad Yusri (mhby1g21)" userId="S::mhby1g21@soton.ac.uk::2dbe3601-ca13-4976-8d28-873dcb0bfb68" providerId="AD" clId="Web-{3C77544F-087D-47B3-B8B7-9E0261534235}" dt="2023-02-10T10:19:55.496" v="33"/>
          <ac:picMkLst>
            <pc:docMk/>
            <pc:sldMk cId="3934624138" sldId="261"/>
            <ac:picMk id="4" creationId="{F2EFD0B5-B1E6-B006-CAA4-364FF220F3C7}"/>
          </ac:picMkLst>
        </pc:picChg>
        <pc:picChg chg="add mod">
          <ac:chgData name="Muhammad Yusri (mhby1g21)" userId="S::mhby1g21@soton.ac.uk::2dbe3601-ca13-4976-8d28-873dcb0bfb68" providerId="AD" clId="Web-{3C77544F-087D-47B3-B8B7-9E0261534235}" dt="2023-02-10T10:19:19.571" v="31" actId="1076"/>
          <ac:picMkLst>
            <pc:docMk/>
            <pc:sldMk cId="3934624138" sldId="261"/>
            <ac:picMk id="5" creationId="{93C57390-79EF-6516-CC45-1325ED323234}"/>
          </ac:picMkLst>
        </pc:picChg>
      </pc:sldChg>
    </pc:docChg>
  </pc:docChgLst>
  <pc:docChgLst>
    <pc:chgData name="Muhammad Yusri (mhby1g21)" userId="S::mhby1g21@soton.ac.uk::2dbe3601-ca13-4976-8d28-873dcb0bfb68" providerId="AD" clId="Web-{416965B4-E21A-4C31-9EE2-2ADD19D226F0}"/>
    <pc:docChg chg="modSld">
      <pc:chgData name="Muhammad Yusri (mhby1g21)" userId="S::mhby1g21@soton.ac.uk::2dbe3601-ca13-4976-8d28-873dcb0bfb68" providerId="AD" clId="Web-{416965B4-E21A-4C31-9EE2-2ADD19D226F0}" dt="2023-02-10T10:16:36.678" v="236" actId="1076"/>
      <pc:docMkLst>
        <pc:docMk/>
      </pc:docMkLst>
      <pc:sldChg chg="addSp modSp">
        <pc:chgData name="Muhammad Yusri (mhby1g21)" userId="S::mhby1g21@soton.ac.uk::2dbe3601-ca13-4976-8d28-873dcb0bfb68" providerId="AD" clId="Web-{416965B4-E21A-4C31-9EE2-2ADD19D226F0}" dt="2023-02-10T10:16:36.678" v="236" actId="1076"/>
        <pc:sldMkLst>
          <pc:docMk/>
          <pc:sldMk cId="3934624138" sldId="261"/>
        </pc:sldMkLst>
        <pc:spChg chg="mod">
          <ac:chgData name="Muhammad Yusri (mhby1g21)" userId="S::mhby1g21@soton.ac.uk::2dbe3601-ca13-4976-8d28-873dcb0bfb68" providerId="AD" clId="Web-{416965B4-E21A-4C31-9EE2-2ADD19D226F0}" dt="2023-02-10T10:15:45.099" v="214" actId="20577"/>
          <ac:spMkLst>
            <pc:docMk/>
            <pc:sldMk cId="3934624138" sldId="261"/>
            <ac:spMk id="2" creationId="{0D19DF2D-FF50-658D-AA75-4A8EDE2F5C20}"/>
          </ac:spMkLst>
        </pc:spChg>
        <pc:spChg chg="mod">
          <ac:chgData name="Muhammad Yusri (mhby1g21)" userId="S::mhby1g21@soton.ac.uk::2dbe3601-ca13-4976-8d28-873dcb0bfb68" providerId="AD" clId="Web-{416965B4-E21A-4C31-9EE2-2ADD19D226F0}" dt="2023-02-10T10:16:32.194" v="234" actId="20577"/>
          <ac:spMkLst>
            <pc:docMk/>
            <pc:sldMk cId="3934624138" sldId="261"/>
            <ac:spMk id="3" creationId="{F2DF3E13-D0F2-E306-66E1-DF834107C89D}"/>
          </ac:spMkLst>
        </pc:spChg>
        <pc:picChg chg="add mod">
          <ac:chgData name="Muhammad Yusri (mhby1g21)" userId="S::mhby1g21@soton.ac.uk::2dbe3601-ca13-4976-8d28-873dcb0bfb68" providerId="AD" clId="Web-{416965B4-E21A-4C31-9EE2-2ADD19D226F0}" dt="2023-02-10T10:16:36.678" v="236" actId="1076"/>
          <ac:picMkLst>
            <pc:docMk/>
            <pc:sldMk cId="3934624138" sldId="261"/>
            <ac:picMk id="4" creationId="{F2EFD0B5-B1E6-B006-CAA4-364FF220F3C7}"/>
          </ac:picMkLst>
        </pc:picChg>
      </pc:sldChg>
    </pc:docChg>
  </pc:docChgLst>
  <pc:docChgLst>
    <pc:chgData name="Muhammad Yusri (mhby1g21)" userId="S::mhby1g21@soton.ac.uk::2dbe3601-ca13-4976-8d28-873dcb0bfb68" providerId="AD" clId="Web-{CC3D525A-DD15-42EE-ABEC-DDBE76383A85}"/>
    <pc:docChg chg="modSld">
      <pc:chgData name="Muhammad Yusri (mhby1g21)" userId="S::mhby1g21@soton.ac.uk::2dbe3601-ca13-4976-8d28-873dcb0bfb68" providerId="AD" clId="Web-{CC3D525A-DD15-42EE-ABEC-DDBE76383A85}" dt="2023-02-10T12:10:27.351" v="161" actId="20577"/>
      <pc:docMkLst>
        <pc:docMk/>
      </pc:docMkLst>
      <pc:sldChg chg="modSp">
        <pc:chgData name="Muhammad Yusri (mhby1g21)" userId="S::mhby1g21@soton.ac.uk::2dbe3601-ca13-4976-8d28-873dcb0bfb68" providerId="AD" clId="Web-{CC3D525A-DD15-42EE-ABEC-DDBE76383A85}" dt="2023-02-10T12:09:58.162" v="158" actId="20577"/>
        <pc:sldMkLst>
          <pc:docMk/>
          <pc:sldMk cId="3934624138" sldId="261"/>
        </pc:sldMkLst>
        <pc:spChg chg="mod">
          <ac:chgData name="Muhammad Yusri (mhby1g21)" userId="S::mhby1g21@soton.ac.uk::2dbe3601-ca13-4976-8d28-873dcb0bfb68" providerId="AD" clId="Web-{CC3D525A-DD15-42EE-ABEC-DDBE76383A85}" dt="2023-02-10T12:09:58.162" v="158" actId="20577"/>
          <ac:spMkLst>
            <pc:docMk/>
            <pc:sldMk cId="3934624138" sldId="261"/>
            <ac:spMk id="3" creationId="{F2DF3E13-D0F2-E306-66E1-DF834107C89D}"/>
          </ac:spMkLst>
        </pc:spChg>
      </pc:sldChg>
      <pc:sldChg chg="addSp modSp mod setBg">
        <pc:chgData name="Muhammad Yusri (mhby1g21)" userId="S::mhby1g21@soton.ac.uk::2dbe3601-ca13-4976-8d28-873dcb0bfb68" providerId="AD" clId="Web-{CC3D525A-DD15-42EE-ABEC-DDBE76383A85}" dt="2023-02-10T12:10:27.351" v="161" actId="20577"/>
        <pc:sldMkLst>
          <pc:docMk/>
          <pc:sldMk cId="1177893667" sldId="268"/>
        </pc:sldMkLst>
        <pc:spChg chg="mod">
          <ac:chgData name="Muhammad Yusri (mhby1g21)" userId="S::mhby1g21@soton.ac.uk::2dbe3601-ca13-4976-8d28-873dcb0bfb68" providerId="AD" clId="Web-{CC3D525A-DD15-42EE-ABEC-DDBE76383A85}" dt="2023-02-10T12:04:42.370" v="2"/>
          <ac:spMkLst>
            <pc:docMk/>
            <pc:sldMk cId="1177893667" sldId="268"/>
            <ac:spMk id="2" creationId="{4335FEDF-A65C-B41F-B912-19981C339E70}"/>
          </ac:spMkLst>
        </pc:spChg>
        <pc:spChg chg="mod ord">
          <ac:chgData name="Muhammad Yusri (mhby1g21)" userId="S::mhby1g21@soton.ac.uk::2dbe3601-ca13-4976-8d28-873dcb0bfb68" providerId="AD" clId="Web-{CC3D525A-DD15-42EE-ABEC-DDBE76383A85}" dt="2023-02-10T12:10:27.351" v="161" actId="20577"/>
          <ac:spMkLst>
            <pc:docMk/>
            <pc:sldMk cId="1177893667" sldId="268"/>
            <ac:spMk id="3" creationId="{D887D5DF-0608-68BD-7E91-694450DEF26D}"/>
          </ac:spMkLst>
        </pc:spChg>
        <pc:spChg chg="add">
          <ac:chgData name="Muhammad Yusri (mhby1g21)" userId="S::mhby1g21@soton.ac.uk::2dbe3601-ca13-4976-8d28-873dcb0bfb68" providerId="AD" clId="Web-{CC3D525A-DD15-42EE-ABEC-DDBE76383A85}" dt="2023-02-10T12:04:42.370" v="2"/>
          <ac:spMkLst>
            <pc:docMk/>
            <pc:sldMk cId="1177893667" sldId="268"/>
            <ac:spMk id="9" creationId="{C33BF9DD-8A45-4EEE-B231-0A14D322E5F9}"/>
          </ac:spMkLst>
        </pc:spChg>
        <pc:spChg chg="add">
          <ac:chgData name="Muhammad Yusri (mhby1g21)" userId="S::mhby1g21@soton.ac.uk::2dbe3601-ca13-4976-8d28-873dcb0bfb68" providerId="AD" clId="Web-{CC3D525A-DD15-42EE-ABEC-DDBE76383A85}" dt="2023-02-10T12:04:42.370" v="2"/>
          <ac:spMkLst>
            <pc:docMk/>
            <pc:sldMk cId="1177893667" sldId="268"/>
            <ac:spMk id="13" creationId="{D5FBCAC9-BD8B-4F3B-AD74-EF37D4211349}"/>
          </ac:spMkLst>
        </pc:spChg>
        <pc:spChg chg="add">
          <ac:chgData name="Muhammad Yusri (mhby1g21)" userId="S::mhby1g21@soton.ac.uk::2dbe3601-ca13-4976-8d28-873dcb0bfb68" providerId="AD" clId="Web-{CC3D525A-DD15-42EE-ABEC-DDBE76383A85}" dt="2023-02-10T12:04:42.370" v="2"/>
          <ac:spMkLst>
            <pc:docMk/>
            <pc:sldMk cId="1177893667" sldId="268"/>
            <ac:spMk id="15" creationId="{9556C5A8-AD7E-4CE7-87BE-9EA3B5E1786F}"/>
          </ac:spMkLst>
        </pc:spChg>
        <pc:picChg chg="add mod">
          <ac:chgData name="Muhammad Yusri (mhby1g21)" userId="S::mhby1g21@soton.ac.uk::2dbe3601-ca13-4976-8d28-873dcb0bfb68" providerId="AD" clId="Web-{CC3D525A-DD15-42EE-ABEC-DDBE76383A85}" dt="2023-02-10T12:04:42.370" v="2"/>
          <ac:picMkLst>
            <pc:docMk/>
            <pc:sldMk cId="1177893667" sldId="268"/>
            <ac:picMk id="4" creationId="{6D31C287-2718-9E62-4E9D-B73CB8CA11B0}"/>
          </ac:picMkLst>
        </pc:picChg>
        <pc:cxnChg chg="add">
          <ac:chgData name="Muhammad Yusri (mhby1g21)" userId="S::mhby1g21@soton.ac.uk::2dbe3601-ca13-4976-8d28-873dcb0bfb68" providerId="AD" clId="Web-{CC3D525A-DD15-42EE-ABEC-DDBE76383A85}" dt="2023-02-10T12:04:42.370" v="2"/>
          <ac:cxnSpMkLst>
            <pc:docMk/>
            <pc:sldMk cId="1177893667" sldId="268"/>
            <ac:cxnSpMk id="11" creationId="{9020DCC9-F851-4562-BB20-1AB3C51BFD08}"/>
          </ac:cxnSpMkLst>
        </pc:cxnChg>
      </pc:sldChg>
      <pc:sldChg chg="modSp">
        <pc:chgData name="Muhammad Yusri (mhby1g21)" userId="S::mhby1g21@soton.ac.uk::2dbe3601-ca13-4976-8d28-873dcb0bfb68" providerId="AD" clId="Web-{CC3D525A-DD15-42EE-ABEC-DDBE76383A85}" dt="2023-02-10T12:07:07.938" v="149" actId="20577"/>
        <pc:sldMkLst>
          <pc:docMk/>
          <pc:sldMk cId="741443541" sldId="269"/>
        </pc:sldMkLst>
        <pc:spChg chg="mod">
          <ac:chgData name="Muhammad Yusri (mhby1g21)" userId="S::mhby1g21@soton.ac.uk::2dbe3601-ca13-4976-8d28-873dcb0bfb68" providerId="AD" clId="Web-{CC3D525A-DD15-42EE-ABEC-DDBE76383A85}" dt="2023-02-10T12:07:07.938" v="149" actId="20577"/>
          <ac:spMkLst>
            <pc:docMk/>
            <pc:sldMk cId="741443541" sldId="269"/>
            <ac:spMk id="3" creationId="{4F41A623-562E-2FB2-BFC2-D28522F67C1B}"/>
          </ac:spMkLst>
        </pc:spChg>
      </pc:sldChg>
    </pc:docChg>
  </pc:docChgLst>
  <pc:docChgLst>
    <pc:chgData name="Abi Johnson-Brett (aljb1g21)" userId="S::aljb1g21@soton.ac.uk::ba114e6c-176e-4ab8-90c5-3c1cc4604294" providerId="AD" clId="Web-{355A9BAD-D757-4084-A882-EE93DF2B4A17}"/>
    <pc:docChg chg="delSld">
      <pc:chgData name="Abi Johnson-Brett (aljb1g21)" userId="S::aljb1g21@soton.ac.uk::ba114e6c-176e-4ab8-90c5-3c1cc4604294" providerId="AD" clId="Web-{355A9BAD-D757-4084-A882-EE93DF2B4A17}" dt="2023-02-09T10:05:19.729" v="0"/>
      <pc:docMkLst>
        <pc:docMk/>
      </pc:docMkLst>
      <pc:sldChg chg="del">
        <pc:chgData name="Abi Johnson-Brett (aljb1g21)" userId="S::aljb1g21@soton.ac.uk::ba114e6c-176e-4ab8-90c5-3c1cc4604294" providerId="AD" clId="Web-{355A9BAD-D757-4084-A882-EE93DF2B4A17}" dt="2023-02-09T10:05:19.729" v="0"/>
        <pc:sldMkLst>
          <pc:docMk/>
          <pc:sldMk cId="2334103121" sldId="263"/>
        </pc:sldMkLst>
      </pc:sldChg>
    </pc:docChg>
  </pc:docChgLst>
  <pc:docChgLst>
    <pc:chgData name="Thomas Short (tsas1g21)" userId="S::tsas1g21@soton.ac.uk::0061dbbb-ed23-4dcf-b98c-fe247529ec7b" providerId="AD" clId="Web-{4BB05F9F-29CA-460D-859C-9A45F5B07E1E}"/>
    <pc:docChg chg="modSld">
      <pc:chgData name="Thomas Short (tsas1g21)" userId="S::tsas1g21@soton.ac.uk::0061dbbb-ed23-4dcf-b98c-fe247529ec7b" providerId="AD" clId="Web-{4BB05F9F-29CA-460D-859C-9A45F5B07E1E}" dt="2023-02-10T01:42:43.154" v="117" actId="20577"/>
      <pc:docMkLst>
        <pc:docMk/>
      </pc:docMkLst>
      <pc:sldChg chg="addSp modSp">
        <pc:chgData name="Thomas Short (tsas1g21)" userId="S::tsas1g21@soton.ac.uk::0061dbbb-ed23-4dcf-b98c-fe247529ec7b" providerId="AD" clId="Web-{4BB05F9F-29CA-460D-859C-9A45F5B07E1E}" dt="2023-02-10T01:42:43.154" v="117" actId="20577"/>
        <pc:sldMkLst>
          <pc:docMk/>
          <pc:sldMk cId="983401400" sldId="258"/>
        </pc:sldMkLst>
        <pc:spChg chg="mod">
          <ac:chgData name="Thomas Short (tsas1g21)" userId="S::tsas1g21@soton.ac.uk::0061dbbb-ed23-4dcf-b98c-fe247529ec7b" providerId="AD" clId="Web-{4BB05F9F-29CA-460D-859C-9A45F5B07E1E}" dt="2023-02-10T01:42:43.154" v="117" actId="20577"/>
          <ac:spMkLst>
            <pc:docMk/>
            <pc:sldMk cId="983401400" sldId="258"/>
            <ac:spMk id="2" creationId="{85665F82-E8B7-B47B-5EDD-B672AE7F4093}"/>
          </ac:spMkLst>
        </pc:spChg>
        <pc:spChg chg="mod">
          <ac:chgData name="Thomas Short (tsas1g21)" userId="S::tsas1g21@soton.ac.uk::0061dbbb-ed23-4dcf-b98c-fe247529ec7b" providerId="AD" clId="Web-{4BB05F9F-29CA-460D-859C-9A45F5B07E1E}" dt="2023-02-10T01:40:58.668" v="83" actId="20577"/>
          <ac:spMkLst>
            <pc:docMk/>
            <pc:sldMk cId="983401400" sldId="258"/>
            <ac:spMk id="3" creationId="{4E038148-12B3-A16A-33E3-344D5A73A8EA}"/>
          </ac:spMkLst>
        </pc:spChg>
        <pc:spChg chg="add mod">
          <ac:chgData name="Thomas Short (tsas1g21)" userId="S::tsas1g21@soton.ac.uk::0061dbbb-ed23-4dcf-b98c-fe247529ec7b" providerId="AD" clId="Web-{4BB05F9F-29CA-460D-859C-9A45F5B07E1E}" dt="2023-02-10T01:42:11.997" v="115" actId="1076"/>
          <ac:spMkLst>
            <pc:docMk/>
            <pc:sldMk cId="983401400" sldId="258"/>
            <ac:spMk id="5" creationId="{1BD96817-248D-9164-7049-200B5FC8CB3B}"/>
          </ac:spMkLst>
        </pc:spChg>
        <pc:picChg chg="add mod">
          <ac:chgData name="Thomas Short (tsas1g21)" userId="S::tsas1g21@soton.ac.uk::0061dbbb-ed23-4dcf-b98c-fe247529ec7b" providerId="AD" clId="Web-{4BB05F9F-29CA-460D-859C-9A45F5B07E1E}" dt="2023-02-10T01:41:07.652" v="90" actId="1076"/>
          <ac:picMkLst>
            <pc:docMk/>
            <pc:sldMk cId="983401400" sldId="258"/>
            <ac:picMk id="4" creationId="{C90D55E0-5054-114E-1CFD-A06951A2C839}"/>
          </ac:picMkLst>
        </pc:picChg>
      </pc:sldChg>
    </pc:docChg>
  </pc:docChgLst>
  <pc:docChgLst>
    <pc:chgData name="Jerry Wang (zw14g21)" userId="S::zw14g21@soton.ac.uk::3f1e62f6-644f-429b-bcd2-452dd516a181" providerId="AD" clId="Web-{3A3E60E4-72DA-4AD7-982A-FE33559C7D5C}"/>
    <pc:docChg chg="addSld delSld modSld addMainMaster">
      <pc:chgData name="Jerry Wang (zw14g21)" userId="S::zw14g21@soton.ac.uk::3f1e62f6-644f-429b-bcd2-452dd516a181" providerId="AD" clId="Web-{3A3E60E4-72DA-4AD7-982A-FE33559C7D5C}" dt="2023-02-09T19:50:31.339" v="16" actId="1076"/>
      <pc:docMkLst>
        <pc:docMk/>
      </pc:docMkLst>
      <pc:sldChg chg="del">
        <pc:chgData name="Jerry Wang (zw14g21)" userId="S::zw14g21@soton.ac.uk::3f1e62f6-644f-429b-bcd2-452dd516a181" providerId="AD" clId="Web-{3A3E60E4-72DA-4AD7-982A-FE33559C7D5C}" dt="2023-02-09T19:49:56.479" v="2"/>
        <pc:sldMkLst>
          <pc:docMk/>
          <pc:sldMk cId="655982501" sldId="262"/>
        </pc:sldMkLst>
      </pc:sldChg>
      <pc:sldChg chg="modSp add">
        <pc:chgData name="Jerry Wang (zw14g21)" userId="S::zw14g21@soton.ac.uk::3f1e62f6-644f-429b-bcd2-452dd516a181" providerId="AD" clId="Web-{3A3E60E4-72DA-4AD7-982A-FE33559C7D5C}" dt="2023-02-09T19:50:31.339" v="16" actId="1076"/>
        <pc:sldMkLst>
          <pc:docMk/>
          <pc:sldMk cId="299064704" sldId="265"/>
        </pc:sldMkLst>
        <pc:spChg chg="mod">
          <ac:chgData name="Jerry Wang (zw14g21)" userId="S::zw14g21@soton.ac.uk::3f1e62f6-644f-429b-bcd2-452dd516a181" providerId="AD" clId="Web-{3A3E60E4-72DA-4AD7-982A-FE33559C7D5C}" dt="2023-02-09T19:50:31.339" v="16" actId="1076"/>
          <ac:spMkLst>
            <pc:docMk/>
            <pc:sldMk cId="299064704" sldId="265"/>
            <ac:spMk id="2" creationId="{E9FC4716-DC69-30BF-06C7-E23D4E9D38F3}"/>
          </ac:spMkLst>
        </pc:spChg>
      </pc:sldChg>
      <pc:sldChg chg="add">
        <pc:chgData name="Jerry Wang (zw14g21)" userId="S::zw14g21@soton.ac.uk::3f1e62f6-644f-429b-bcd2-452dd516a181" providerId="AD" clId="Web-{3A3E60E4-72DA-4AD7-982A-FE33559C7D5C}" dt="2023-02-09T19:49:50.182" v="1"/>
        <pc:sldMkLst>
          <pc:docMk/>
          <pc:sldMk cId="964692636" sldId="266"/>
        </pc:sldMkLst>
      </pc:sldChg>
      <pc:sldMasterChg chg="add addSldLayout">
        <pc:chgData name="Jerry Wang (zw14g21)" userId="S::zw14g21@soton.ac.uk::3f1e62f6-644f-429b-bcd2-452dd516a181" providerId="AD" clId="Web-{3A3E60E4-72DA-4AD7-982A-FE33559C7D5C}" dt="2023-02-09T19:49:40.088" v="0"/>
        <pc:sldMasterMkLst>
          <pc:docMk/>
          <pc:sldMasterMk cId="3921775841" sldId="2147483660"/>
        </pc:sldMasterMkLst>
        <pc:sldLayoutChg chg="add">
          <pc:chgData name="Jerry Wang (zw14g21)" userId="S::zw14g21@soton.ac.uk::3f1e62f6-644f-429b-bcd2-452dd516a181" providerId="AD" clId="Web-{3A3E60E4-72DA-4AD7-982A-FE33559C7D5C}" dt="2023-02-09T19:49:40.088" v="0"/>
          <pc:sldLayoutMkLst>
            <pc:docMk/>
            <pc:sldMasterMk cId="3921775841" sldId="2147483660"/>
            <pc:sldLayoutMk cId="3075541197" sldId="2147483661"/>
          </pc:sldLayoutMkLst>
        </pc:sldLayoutChg>
        <pc:sldLayoutChg chg="add">
          <pc:chgData name="Jerry Wang (zw14g21)" userId="S::zw14g21@soton.ac.uk::3f1e62f6-644f-429b-bcd2-452dd516a181" providerId="AD" clId="Web-{3A3E60E4-72DA-4AD7-982A-FE33559C7D5C}" dt="2023-02-09T19:49:40.088" v="0"/>
          <pc:sldLayoutMkLst>
            <pc:docMk/>
            <pc:sldMasterMk cId="3921775841" sldId="2147483660"/>
            <pc:sldLayoutMk cId="163453481" sldId="2147483662"/>
          </pc:sldLayoutMkLst>
        </pc:sldLayoutChg>
        <pc:sldLayoutChg chg="add">
          <pc:chgData name="Jerry Wang (zw14g21)" userId="S::zw14g21@soton.ac.uk::3f1e62f6-644f-429b-bcd2-452dd516a181" providerId="AD" clId="Web-{3A3E60E4-72DA-4AD7-982A-FE33559C7D5C}" dt="2023-02-09T19:49:40.088" v="0"/>
          <pc:sldLayoutMkLst>
            <pc:docMk/>
            <pc:sldMasterMk cId="3921775841" sldId="2147483660"/>
            <pc:sldLayoutMk cId="986375465" sldId="2147483663"/>
          </pc:sldLayoutMkLst>
        </pc:sldLayoutChg>
        <pc:sldLayoutChg chg="add">
          <pc:chgData name="Jerry Wang (zw14g21)" userId="S::zw14g21@soton.ac.uk::3f1e62f6-644f-429b-bcd2-452dd516a181" providerId="AD" clId="Web-{3A3E60E4-72DA-4AD7-982A-FE33559C7D5C}" dt="2023-02-09T19:49:40.088" v="0"/>
          <pc:sldLayoutMkLst>
            <pc:docMk/>
            <pc:sldMasterMk cId="3921775841" sldId="2147483660"/>
            <pc:sldLayoutMk cId="1955202922" sldId="2147483664"/>
          </pc:sldLayoutMkLst>
        </pc:sldLayoutChg>
        <pc:sldLayoutChg chg="add">
          <pc:chgData name="Jerry Wang (zw14g21)" userId="S::zw14g21@soton.ac.uk::3f1e62f6-644f-429b-bcd2-452dd516a181" providerId="AD" clId="Web-{3A3E60E4-72DA-4AD7-982A-FE33559C7D5C}" dt="2023-02-09T19:49:40.088" v="0"/>
          <pc:sldLayoutMkLst>
            <pc:docMk/>
            <pc:sldMasterMk cId="3921775841" sldId="2147483660"/>
            <pc:sldLayoutMk cId="2783838087" sldId="2147483665"/>
          </pc:sldLayoutMkLst>
        </pc:sldLayoutChg>
        <pc:sldLayoutChg chg="add">
          <pc:chgData name="Jerry Wang (zw14g21)" userId="S::zw14g21@soton.ac.uk::3f1e62f6-644f-429b-bcd2-452dd516a181" providerId="AD" clId="Web-{3A3E60E4-72DA-4AD7-982A-FE33559C7D5C}" dt="2023-02-09T19:49:40.088" v="0"/>
          <pc:sldLayoutMkLst>
            <pc:docMk/>
            <pc:sldMasterMk cId="3921775841" sldId="2147483660"/>
            <pc:sldLayoutMk cId="1931584322" sldId="2147483666"/>
          </pc:sldLayoutMkLst>
        </pc:sldLayoutChg>
        <pc:sldLayoutChg chg="add">
          <pc:chgData name="Jerry Wang (zw14g21)" userId="S::zw14g21@soton.ac.uk::3f1e62f6-644f-429b-bcd2-452dd516a181" providerId="AD" clId="Web-{3A3E60E4-72DA-4AD7-982A-FE33559C7D5C}" dt="2023-02-09T19:49:40.088" v="0"/>
          <pc:sldLayoutMkLst>
            <pc:docMk/>
            <pc:sldMasterMk cId="3921775841" sldId="2147483660"/>
            <pc:sldLayoutMk cId="739063744" sldId="2147483667"/>
          </pc:sldLayoutMkLst>
        </pc:sldLayoutChg>
        <pc:sldLayoutChg chg="add">
          <pc:chgData name="Jerry Wang (zw14g21)" userId="S::zw14g21@soton.ac.uk::3f1e62f6-644f-429b-bcd2-452dd516a181" providerId="AD" clId="Web-{3A3E60E4-72DA-4AD7-982A-FE33559C7D5C}" dt="2023-02-09T19:49:40.088" v="0"/>
          <pc:sldLayoutMkLst>
            <pc:docMk/>
            <pc:sldMasterMk cId="3921775841" sldId="2147483660"/>
            <pc:sldLayoutMk cId="4148830197" sldId="2147483668"/>
          </pc:sldLayoutMkLst>
        </pc:sldLayoutChg>
        <pc:sldLayoutChg chg="add">
          <pc:chgData name="Jerry Wang (zw14g21)" userId="S::zw14g21@soton.ac.uk::3f1e62f6-644f-429b-bcd2-452dd516a181" providerId="AD" clId="Web-{3A3E60E4-72DA-4AD7-982A-FE33559C7D5C}" dt="2023-02-09T19:49:40.088" v="0"/>
          <pc:sldLayoutMkLst>
            <pc:docMk/>
            <pc:sldMasterMk cId="3921775841" sldId="2147483660"/>
            <pc:sldLayoutMk cId="222919173" sldId="2147483669"/>
          </pc:sldLayoutMkLst>
        </pc:sldLayoutChg>
        <pc:sldLayoutChg chg="add">
          <pc:chgData name="Jerry Wang (zw14g21)" userId="S::zw14g21@soton.ac.uk::3f1e62f6-644f-429b-bcd2-452dd516a181" providerId="AD" clId="Web-{3A3E60E4-72DA-4AD7-982A-FE33559C7D5C}" dt="2023-02-09T19:49:40.088" v="0"/>
          <pc:sldLayoutMkLst>
            <pc:docMk/>
            <pc:sldMasterMk cId="3921775841" sldId="2147483660"/>
            <pc:sldLayoutMk cId="3200705878" sldId="2147483670"/>
          </pc:sldLayoutMkLst>
        </pc:sldLayoutChg>
        <pc:sldLayoutChg chg="add">
          <pc:chgData name="Jerry Wang (zw14g21)" userId="S::zw14g21@soton.ac.uk::3f1e62f6-644f-429b-bcd2-452dd516a181" providerId="AD" clId="Web-{3A3E60E4-72DA-4AD7-982A-FE33559C7D5C}" dt="2023-02-09T19:49:40.088" v="0"/>
          <pc:sldLayoutMkLst>
            <pc:docMk/>
            <pc:sldMasterMk cId="3921775841" sldId="2147483660"/>
            <pc:sldLayoutMk cId="4255696404" sldId="2147483671"/>
          </pc:sldLayoutMkLst>
        </pc:sldLayoutChg>
        <pc:sldLayoutChg chg="add">
          <pc:chgData name="Jerry Wang (zw14g21)" userId="S::zw14g21@soton.ac.uk::3f1e62f6-644f-429b-bcd2-452dd516a181" providerId="AD" clId="Web-{3A3E60E4-72DA-4AD7-982A-FE33559C7D5C}" dt="2023-02-09T19:49:40.088" v="0"/>
          <pc:sldLayoutMkLst>
            <pc:docMk/>
            <pc:sldMasterMk cId="3921775841" sldId="2147483660"/>
            <pc:sldLayoutMk cId="2080472564" sldId="2147483672"/>
          </pc:sldLayoutMkLst>
        </pc:sldLayoutChg>
        <pc:sldLayoutChg chg="add">
          <pc:chgData name="Jerry Wang (zw14g21)" userId="S::zw14g21@soton.ac.uk::3f1e62f6-644f-429b-bcd2-452dd516a181" providerId="AD" clId="Web-{3A3E60E4-72DA-4AD7-982A-FE33559C7D5C}" dt="2023-02-09T19:49:40.088" v="0"/>
          <pc:sldLayoutMkLst>
            <pc:docMk/>
            <pc:sldMasterMk cId="3921775841" sldId="2147483660"/>
            <pc:sldLayoutMk cId="1187310306" sldId="2147483673"/>
          </pc:sldLayoutMkLst>
        </pc:sldLayoutChg>
        <pc:sldLayoutChg chg="add">
          <pc:chgData name="Jerry Wang (zw14g21)" userId="S::zw14g21@soton.ac.uk::3f1e62f6-644f-429b-bcd2-452dd516a181" providerId="AD" clId="Web-{3A3E60E4-72DA-4AD7-982A-FE33559C7D5C}" dt="2023-02-09T19:49:40.088" v="0"/>
          <pc:sldLayoutMkLst>
            <pc:docMk/>
            <pc:sldMasterMk cId="3921775841" sldId="2147483660"/>
            <pc:sldLayoutMk cId="262202683" sldId="2147483674"/>
          </pc:sldLayoutMkLst>
        </pc:sldLayoutChg>
        <pc:sldLayoutChg chg="add">
          <pc:chgData name="Jerry Wang (zw14g21)" userId="S::zw14g21@soton.ac.uk::3f1e62f6-644f-429b-bcd2-452dd516a181" providerId="AD" clId="Web-{3A3E60E4-72DA-4AD7-982A-FE33559C7D5C}" dt="2023-02-09T19:49:40.088" v="0"/>
          <pc:sldLayoutMkLst>
            <pc:docMk/>
            <pc:sldMasterMk cId="3921775841" sldId="2147483660"/>
            <pc:sldLayoutMk cId="3744316668" sldId="2147483675"/>
          </pc:sldLayoutMkLst>
        </pc:sldLayoutChg>
        <pc:sldLayoutChg chg="add">
          <pc:chgData name="Jerry Wang (zw14g21)" userId="S::zw14g21@soton.ac.uk::3f1e62f6-644f-429b-bcd2-452dd516a181" providerId="AD" clId="Web-{3A3E60E4-72DA-4AD7-982A-FE33559C7D5C}" dt="2023-02-09T19:49:40.088" v="0"/>
          <pc:sldLayoutMkLst>
            <pc:docMk/>
            <pc:sldMasterMk cId="3921775841" sldId="2147483660"/>
            <pc:sldLayoutMk cId="1150129116" sldId="2147483676"/>
          </pc:sldLayoutMkLst>
        </pc:sldLayoutChg>
        <pc:sldLayoutChg chg="add">
          <pc:chgData name="Jerry Wang (zw14g21)" userId="S::zw14g21@soton.ac.uk::3f1e62f6-644f-429b-bcd2-452dd516a181" providerId="AD" clId="Web-{3A3E60E4-72DA-4AD7-982A-FE33559C7D5C}" dt="2023-02-09T19:49:40.088" v="0"/>
          <pc:sldLayoutMkLst>
            <pc:docMk/>
            <pc:sldMasterMk cId="3921775841" sldId="2147483660"/>
            <pc:sldLayoutMk cId="416945941" sldId="2147483677"/>
          </pc:sldLayoutMkLst>
        </pc:sldLayoutChg>
      </pc:sldMasterChg>
    </pc:docChg>
  </pc:docChgLst>
  <pc:docChgLst>
    <pc:chgData name="Muhammad Yusri (mhby1g21)" userId="S::mhby1g21@soton.ac.uk::2dbe3601-ca13-4976-8d28-873dcb0bfb68" providerId="AD" clId="Web-{7BAE3C44-EE72-42E1-BB69-412BD33E0C38}"/>
    <pc:docChg chg="addSld modSld modSection">
      <pc:chgData name="Muhammad Yusri (mhby1g21)" userId="S::mhby1g21@soton.ac.uk::2dbe3601-ca13-4976-8d28-873dcb0bfb68" providerId="AD" clId="Web-{7BAE3C44-EE72-42E1-BB69-412BD33E0C38}" dt="2023-02-10T10:35:54.407" v="157" actId="20577"/>
      <pc:docMkLst>
        <pc:docMk/>
      </pc:docMkLst>
      <pc:sldChg chg="addSp modSp mod setBg">
        <pc:chgData name="Muhammad Yusri (mhby1g21)" userId="S::mhby1g21@soton.ac.uk::2dbe3601-ca13-4976-8d28-873dcb0bfb68" providerId="AD" clId="Web-{7BAE3C44-EE72-42E1-BB69-412BD33E0C38}" dt="2023-02-10T10:35:54.407" v="157" actId="20577"/>
        <pc:sldMkLst>
          <pc:docMk/>
          <pc:sldMk cId="3934624138" sldId="261"/>
        </pc:sldMkLst>
        <pc:spChg chg="mod">
          <ac:chgData name="Muhammad Yusri (mhby1g21)" userId="S::mhby1g21@soton.ac.uk::2dbe3601-ca13-4976-8d28-873dcb0bfb68" providerId="AD" clId="Web-{7BAE3C44-EE72-42E1-BB69-412BD33E0C38}" dt="2023-02-10T10:22:51.449" v="0"/>
          <ac:spMkLst>
            <pc:docMk/>
            <pc:sldMk cId="3934624138" sldId="261"/>
            <ac:spMk id="2" creationId="{0D19DF2D-FF50-658D-AA75-4A8EDE2F5C20}"/>
          </ac:spMkLst>
        </pc:spChg>
        <pc:spChg chg="mod ord">
          <ac:chgData name="Muhammad Yusri (mhby1g21)" userId="S::mhby1g21@soton.ac.uk::2dbe3601-ca13-4976-8d28-873dcb0bfb68" providerId="AD" clId="Web-{7BAE3C44-EE72-42E1-BB69-412BD33E0C38}" dt="2023-02-10T10:35:54.407" v="157" actId="20577"/>
          <ac:spMkLst>
            <pc:docMk/>
            <pc:sldMk cId="3934624138" sldId="261"/>
            <ac:spMk id="3" creationId="{F2DF3E13-D0F2-E306-66E1-DF834107C89D}"/>
          </ac:spMkLst>
        </pc:spChg>
        <pc:spChg chg="add">
          <ac:chgData name="Muhammad Yusri (mhby1g21)" userId="S::mhby1g21@soton.ac.uk::2dbe3601-ca13-4976-8d28-873dcb0bfb68" providerId="AD" clId="Web-{7BAE3C44-EE72-42E1-BB69-412BD33E0C38}" dt="2023-02-10T10:22:51.449" v="0"/>
          <ac:spMkLst>
            <pc:docMk/>
            <pc:sldMk cId="3934624138" sldId="261"/>
            <ac:spMk id="10" creationId="{4CFCD50F-4BF3-4733-BD42-5567080A7017}"/>
          </ac:spMkLst>
        </pc:spChg>
        <pc:spChg chg="add">
          <ac:chgData name="Muhammad Yusri (mhby1g21)" userId="S::mhby1g21@soton.ac.uk::2dbe3601-ca13-4976-8d28-873dcb0bfb68" providerId="AD" clId="Web-{7BAE3C44-EE72-42E1-BB69-412BD33E0C38}" dt="2023-02-10T10:22:51.449" v="0"/>
          <ac:spMkLst>
            <pc:docMk/>
            <pc:sldMk cId="3934624138" sldId="261"/>
            <ac:spMk id="12" creationId="{97C2466A-2320-4205-BDC2-056CD8BC2C53}"/>
          </ac:spMkLst>
        </pc:spChg>
        <pc:spChg chg="add">
          <ac:chgData name="Muhammad Yusri (mhby1g21)" userId="S::mhby1g21@soton.ac.uk::2dbe3601-ca13-4976-8d28-873dcb0bfb68" providerId="AD" clId="Web-{7BAE3C44-EE72-42E1-BB69-412BD33E0C38}" dt="2023-02-10T10:22:51.449" v="0"/>
          <ac:spMkLst>
            <pc:docMk/>
            <pc:sldMk cId="3934624138" sldId="261"/>
            <ac:spMk id="14" creationId="{C24F77B6-3AFC-4981-A39A-15994073E10F}"/>
          </ac:spMkLst>
        </pc:spChg>
        <pc:spChg chg="add">
          <ac:chgData name="Muhammad Yusri (mhby1g21)" userId="S::mhby1g21@soton.ac.uk::2dbe3601-ca13-4976-8d28-873dcb0bfb68" providerId="AD" clId="Web-{7BAE3C44-EE72-42E1-BB69-412BD33E0C38}" dt="2023-02-10T10:22:51.449" v="0"/>
          <ac:spMkLst>
            <pc:docMk/>
            <pc:sldMk cId="3934624138" sldId="261"/>
            <ac:spMk id="18" creationId="{B7D21A87-2874-4438-84BA-E02F7C632784}"/>
          </ac:spMkLst>
        </pc:spChg>
        <pc:spChg chg="add">
          <ac:chgData name="Muhammad Yusri (mhby1g21)" userId="S::mhby1g21@soton.ac.uk::2dbe3601-ca13-4976-8d28-873dcb0bfb68" providerId="AD" clId="Web-{7BAE3C44-EE72-42E1-BB69-412BD33E0C38}" dt="2023-02-10T10:22:51.449" v="0"/>
          <ac:spMkLst>
            <pc:docMk/>
            <pc:sldMk cId="3934624138" sldId="261"/>
            <ac:spMk id="20" creationId="{0B0A69F5-520C-404C-9614-071AAE13870F}"/>
          </ac:spMkLst>
        </pc:spChg>
        <pc:spChg chg="add">
          <ac:chgData name="Muhammad Yusri (mhby1g21)" userId="S::mhby1g21@soton.ac.uk::2dbe3601-ca13-4976-8d28-873dcb0bfb68" providerId="AD" clId="Web-{7BAE3C44-EE72-42E1-BB69-412BD33E0C38}" dt="2023-02-10T10:22:51.449" v="0"/>
          <ac:spMkLst>
            <pc:docMk/>
            <pc:sldMk cId="3934624138" sldId="261"/>
            <ac:spMk id="22" creationId="{54D683B1-E7B7-4AF5-8BF1-00757F13FBE1}"/>
          </ac:spMkLst>
        </pc:spChg>
        <pc:spChg chg="add">
          <ac:chgData name="Muhammad Yusri (mhby1g21)" userId="S::mhby1g21@soton.ac.uk::2dbe3601-ca13-4976-8d28-873dcb0bfb68" providerId="AD" clId="Web-{7BAE3C44-EE72-42E1-BB69-412BD33E0C38}" dt="2023-02-10T10:22:51.449" v="0"/>
          <ac:spMkLst>
            <pc:docMk/>
            <pc:sldMk cId="3934624138" sldId="261"/>
            <ac:spMk id="24" creationId="{7B07ECB0-AC96-4F4F-AB0C-44EA1353CE09}"/>
          </ac:spMkLst>
        </pc:spChg>
        <pc:picChg chg="mod ord">
          <ac:chgData name="Muhammad Yusri (mhby1g21)" userId="S::mhby1g21@soton.ac.uk::2dbe3601-ca13-4976-8d28-873dcb0bfb68" providerId="AD" clId="Web-{7BAE3C44-EE72-42E1-BB69-412BD33E0C38}" dt="2023-02-10T10:22:51.449" v="0"/>
          <ac:picMkLst>
            <pc:docMk/>
            <pc:sldMk cId="3934624138" sldId="261"/>
            <ac:picMk id="4" creationId="{F2EFD0B5-B1E6-B006-CAA4-364FF220F3C7}"/>
          </ac:picMkLst>
        </pc:picChg>
        <pc:picChg chg="mod">
          <ac:chgData name="Muhammad Yusri (mhby1g21)" userId="S::mhby1g21@soton.ac.uk::2dbe3601-ca13-4976-8d28-873dcb0bfb68" providerId="AD" clId="Web-{7BAE3C44-EE72-42E1-BB69-412BD33E0C38}" dt="2023-02-10T10:22:51.449" v="0"/>
          <ac:picMkLst>
            <pc:docMk/>
            <pc:sldMk cId="3934624138" sldId="261"/>
            <ac:picMk id="5" creationId="{93C57390-79EF-6516-CC45-1325ED323234}"/>
          </ac:picMkLst>
        </pc:picChg>
        <pc:cxnChg chg="add">
          <ac:chgData name="Muhammad Yusri (mhby1g21)" userId="S::mhby1g21@soton.ac.uk::2dbe3601-ca13-4976-8d28-873dcb0bfb68" providerId="AD" clId="Web-{7BAE3C44-EE72-42E1-BB69-412BD33E0C38}" dt="2023-02-10T10:22:51.449" v="0"/>
          <ac:cxnSpMkLst>
            <pc:docMk/>
            <pc:sldMk cId="3934624138" sldId="261"/>
            <ac:cxnSpMk id="16" creationId="{E622A300-A12E-4C3D-A574-71AFFA8F2B51}"/>
          </ac:cxnSpMkLst>
        </pc:cxnChg>
      </pc:sldChg>
      <pc:sldChg chg="modSp new">
        <pc:chgData name="Muhammad Yusri (mhby1g21)" userId="S::mhby1g21@soton.ac.uk::2dbe3601-ca13-4976-8d28-873dcb0bfb68" providerId="AD" clId="Web-{7BAE3C44-EE72-42E1-BB69-412BD33E0C38}" dt="2023-02-10T10:32:44.793" v="45" actId="20577"/>
        <pc:sldMkLst>
          <pc:docMk/>
          <pc:sldMk cId="1177893667" sldId="268"/>
        </pc:sldMkLst>
        <pc:spChg chg="mod">
          <ac:chgData name="Muhammad Yusri (mhby1g21)" userId="S::mhby1g21@soton.ac.uk::2dbe3601-ca13-4976-8d28-873dcb0bfb68" providerId="AD" clId="Web-{7BAE3C44-EE72-42E1-BB69-412BD33E0C38}" dt="2023-02-10T10:24:42.233" v="15" actId="20577"/>
          <ac:spMkLst>
            <pc:docMk/>
            <pc:sldMk cId="1177893667" sldId="268"/>
            <ac:spMk id="2" creationId="{4335FEDF-A65C-B41F-B912-19981C339E70}"/>
          </ac:spMkLst>
        </pc:spChg>
        <pc:spChg chg="mod">
          <ac:chgData name="Muhammad Yusri (mhby1g21)" userId="S::mhby1g21@soton.ac.uk::2dbe3601-ca13-4976-8d28-873dcb0bfb68" providerId="AD" clId="Web-{7BAE3C44-EE72-42E1-BB69-412BD33E0C38}" dt="2023-02-10T10:32:44.793" v="45" actId="20577"/>
          <ac:spMkLst>
            <pc:docMk/>
            <pc:sldMk cId="1177893667" sldId="268"/>
            <ac:spMk id="3" creationId="{D887D5DF-0608-68BD-7E91-694450DEF26D}"/>
          </ac:spMkLst>
        </pc:spChg>
      </pc:sldChg>
      <pc:sldChg chg="modSp new">
        <pc:chgData name="Muhammad Yusri (mhby1g21)" userId="S::mhby1g21@soton.ac.uk::2dbe3601-ca13-4976-8d28-873dcb0bfb68" providerId="AD" clId="Web-{7BAE3C44-EE72-42E1-BB69-412BD33E0C38}" dt="2023-02-10T10:32:54.074" v="49" actId="20577"/>
        <pc:sldMkLst>
          <pc:docMk/>
          <pc:sldMk cId="741443541" sldId="269"/>
        </pc:sldMkLst>
        <pc:spChg chg="mod">
          <ac:chgData name="Muhammad Yusri (mhby1g21)" userId="S::mhby1g21@soton.ac.uk::2dbe3601-ca13-4976-8d28-873dcb0bfb68" providerId="AD" clId="Web-{7BAE3C44-EE72-42E1-BB69-412BD33E0C38}" dt="2023-02-10T10:24:47.608" v="21" actId="20577"/>
          <ac:spMkLst>
            <pc:docMk/>
            <pc:sldMk cId="741443541" sldId="269"/>
            <ac:spMk id="2" creationId="{5D4E7EA4-699C-E348-C54E-71E8D4202B2E}"/>
          </ac:spMkLst>
        </pc:spChg>
        <pc:spChg chg="mod">
          <ac:chgData name="Muhammad Yusri (mhby1g21)" userId="S::mhby1g21@soton.ac.uk::2dbe3601-ca13-4976-8d28-873dcb0bfb68" providerId="AD" clId="Web-{7BAE3C44-EE72-42E1-BB69-412BD33E0C38}" dt="2023-02-10T10:32:54.074" v="49" actId="20577"/>
          <ac:spMkLst>
            <pc:docMk/>
            <pc:sldMk cId="741443541" sldId="269"/>
            <ac:spMk id="3" creationId="{4F41A623-562E-2FB2-BFC2-D28522F67C1B}"/>
          </ac:spMkLst>
        </pc:spChg>
      </pc:sldChg>
    </pc:docChg>
  </pc:docChgLst>
  <pc:docChgLst>
    <pc:chgData name="Syazwan Zulkepli (ssdz1g21)" userId="S::ssdz1g21@soton.ac.uk::13a33a4f-77ad-46f9-bc1b-d425094625b1" providerId="AD" clId="Web-{FE13D36D-D2FE-4A11-A56E-0940E52707E9}"/>
    <pc:docChg chg="addSld modSld">
      <pc:chgData name="Syazwan Zulkepli (ssdz1g21)" userId="S::ssdz1g21@soton.ac.uk::13a33a4f-77ad-46f9-bc1b-d425094625b1" providerId="AD" clId="Web-{FE13D36D-D2FE-4A11-A56E-0940E52707E9}" dt="2023-02-10T06:17:31.042" v="553" actId="14100"/>
      <pc:docMkLst>
        <pc:docMk/>
      </pc:docMkLst>
      <pc:sldChg chg="modSp">
        <pc:chgData name="Syazwan Zulkepli (ssdz1g21)" userId="S::ssdz1g21@soton.ac.uk::13a33a4f-77ad-46f9-bc1b-d425094625b1" providerId="AD" clId="Web-{FE13D36D-D2FE-4A11-A56E-0940E52707E9}" dt="2023-02-10T06:06:28.904" v="481" actId="20577"/>
        <pc:sldMkLst>
          <pc:docMk/>
          <pc:sldMk cId="1389753989" sldId="259"/>
        </pc:sldMkLst>
        <pc:spChg chg="mod">
          <ac:chgData name="Syazwan Zulkepli (ssdz1g21)" userId="S::ssdz1g21@soton.ac.uk::13a33a4f-77ad-46f9-bc1b-d425094625b1" providerId="AD" clId="Web-{FE13D36D-D2FE-4A11-A56E-0940E52707E9}" dt="2023-02-10T06:06:28.904" v="481" actId="20577"/>
          <ac:spMkLst>
            <pc:docMk/>
            <pc:sldMk cId="1389753989" sldId="259"/>
            <ac:spMk id="3" creationId="{2319EA6D-A677-F692-AD37-3FC024024350}"/>
          </ac:spMkLst>
        </pc:spChg>
      </pc:sldChg>
      <pc:sldChg chg="addSp delSp modSp new">
        <pc:chgData name="Syazwan Zulkepli (ssdz1g21)" userId="S::ssdz1g21@soton.ac.uk::13a33a4f-77ad-46f9-bc1b-d425094625b1" providerId="AD" clId="Web-{FE13D36D-D2FE-4A11-A56E-0940E52707E9}" dt="2023-02-10T06:17:31.042" v="553" actId="14100"/>
        <pc:sldMkLst>
          <pc:docMk/>
          <pc:sldMk cId="3532854605" sldId="267"/>
        </pc:sldMkLst>
        <pc:spChg chg="del">
          <ac:chgData name="Syazwan Zulkepli (ssdz1g21)" userId="S::ssdz1g21@soton.ac.uk::13a33a4f-77ad-46f9-bc1b-d425094625b1" providerId="AD" clId="Web-{FE13D36D-D2FE-4A11-A56E-0940E52707E9}" dt="2023-02-10T06:14:20.536" v="483"/>
          <ac:spMkLst>
            <pc:docMk/>
            <pc:sldMk cId="3532854605" sldId="267"/>
            <ac:spMk id="2" creationId="{BDDBA09C-025C-D453-5F6C-0495E630E925}"/>
          </ac:spMkLst>
        </pc:spChg>
        <pc:spChg chg="del">
          <ac:chgData name="Syazwan Zulkepli (ssdz1g21)" userId="S::ssdz1g21@soton.ac.uk::13a33a4f-77ad-46f9-bc1b-d425094625b1" providerId="AD" clId="Web-{FE13D36D-D2FE-4A11-A56E-0940E52707E9}" dt="2023-02-10T06:14:02.250" v="482"/>
          <ac:spMkLst>
            <pc:docMk/>
            <pc:sldMk cId="3532854605" sldId="267"/>
            <ac:spMk id="3" creationId="{E18EE32A-C2DF-B8BC-B100-086E3E4254EE}"/>
          </ac:spMkLst>
        </pc:spChg>
        <pc:spChg chg="add del mod">
          <ac:chgData name="Syazwan Zulkepli (ssdz1g21)" userId="S::ssdz1g21@soton.ac.uk::13a33a4f-77ad-46f9-bc1b-d425094625b1" providerId="AD" clId="Web-{FE13D36D-D2FE-4A11-A56E-0940E52707E9}" dt="2023-02-10T06:14:40.240" v="488"/>
          <ac:spMkLst>
            <pc:docMk/>
            <pc:sldMk cId="3532854605" sldId="267"/>
            <ac:spMk id="6" creationId="{B66C29D6-0251-454A-1DD1-E0DCF72E1F06}"/>
          </ac:spMkLst>
        </pc:spChg>
        <pc:spChg chg="add mod">
          <ac:chgData name="Syazwan Zulkepli (ssdz1g21)" userId="S::ssdz1g21@soton.ac.uk::13a33a4f-77ad-46f9-bc1b-d425094625b1" providerId="AD" clId="Web-{FE13D36D-D2FE-4A11-A56E-0940E52707E9}" dt="2023-02-10T06:17:14.526" v="552" actId="1076"/>
          <ac:spMkLst>
            <pc:docMk/>
            <pc:sldMk cId="3532854605" sldId="267"/>
            <ac:spMk id="9" creationId="{8F2E8ABC-3770-3FC3-39A3-1DB04BA978C6}"/>
          </ac:spMkLst>
        </pc:spChg>
        <pc:picChg chg="add del mod ord">
          <ac:chgData name="Syazwan Zulkepli (ssdz1g21)" userId="S::ssdz1g21@soton.ac.uk::13a33a4f-77ad-46f9-bc1b-d425094625b1" providerId="AD" clId="Web-{FE13D36D-D2FE-4A11-A56E-0940E52707E9}" dt="2023-02-10T06:14:29.536" v="487"/>
          <ac:picMkLst>
            <pc:docMk/>
            <pc:sldMk cId="3532854605" sldId="267"/>
            <ac:picMk id="4" creationId="{F58412B5-3726-1262-9C67-764486C75919}"/>
          </ac:picMkLst>
        </pc:picChg>
        <pc:picChg chg="add mod ord">
          <ac:chgData name="Syazwan Zulkepli (ssdz1g21)" userId="S::ssdz1g21@soton.ac.uk::13a33a4f-77ad-46f9-bc1b-d425094625b1" providerId="AD" clId="Web-{FE13D36D-D2FE-4A11-A56E-0940E52707E9}" dt="2023-02-10T06:14:51.224" v="491" actId="14100"/>
          <ac:picMkLst>
            <pc:docMk/>
            <pc:sldMk cId="3532854605" sldId="267"/>
            <ac:picMk id="7" creationId="{4FD78D9F-1C02-9883-ADCA-BB5662A0AFE7}"/>
          </ac:picMkLst>
        </pc:picChg>
        <pc:picChg chg="add mod">
          <ac:chgData name="Syazwan Zulkepli (ssdz1g21)" userId="S::ssdz1g21@soton.ac.uk::13a33a4f-77ad-46f9-bc1b-d425094625b1" providerId="AD" clId="Web-{FE13D36D-D2FE-4A11-A56E-0940E52707E9}" dt="2023-02-10T06:17:31.042" v="553" actId="14100"/>
          <ac:picMkLst>
            <pc:docMk/>
            <pc:sldMk cId="3532854605" sldId="267"/>
            <ac:picMk id="8" creationId="{14B48F9D-A094-CEB4-8770-8B2F4E4572C1}"/>
          </ac:picMkLst>
        </pc:picChg>
      </pc:sldChg>
    </pc:docChg>
  </pc:docChgLst>
  <pc:docChgLst>
    <pc:chgData name="Giulio Girelli (gg6n21)" userId="S::gg6n21@soton.ac.uk::3ebfc336-beb4-4bf8-86c9-22d656a4bec4" providerId="AD" clId="Web-{79B354F9-941D-4573-8861-76BC1703E98F}"/>
    <pc:docChg chg="modSld">
      <pc:chgData name="Giulio Girelli (gg6n21)" userId="S::gg6n21@soton.ac.uk::3ebfc336-beb4-4bf8-86c9-22d656a4bec4" providerId="AD" clId="Web-{79B354F9-941D-4573-8861-76BC1703E98F}" dt="2023-02-10T15:18:18.823" v="3" actId="20577"/>
      <pc:docMkLst>
        <pc:docMk/>
      </pc:docMkLst>
      <pc:sldChg chg="modSp">
        <pc:chgData name="Giulio Girelli (gg6n21)" userId="S::gg6n21@soton.ac.uk::3ebfc336-beb4-4bf8-86c9-22d656a4bec4" providerId="AD" clId="Web-{79B354F9-941D-4573-8861-76BC1703E98F}" dt="2023-02-10T15:18:18.823" v="3" actId="20577"/>
        <pc:sldMkLst>
          <pc:docMk/>
          <pc:sldMk cId="1491583460" sldId="257"/>
        </pc:sldMkLst>
        <pc:spChg chg="mod">
          <ac:chgData name="Giulio Girelli (gg6n21)" userId="S::gg6n21@soton.ac.uk::3ebfc336-beb4-4bf8-86c9-22d656a4bec4" providerId="AD" clId="Web-{79B354F9-941D-4573-8861-76BC1703E98F}" dt="2023-02-10T15:18:18.823" v="3" actId="20577"/>
          <ac:spMkLst>
            <pc:docMk/>
            <pc:sldMk cId="1491583460" sldId="257"/>
            <ac:spMk id="3" creationId="{5CA1DA83-AB5D-22B8-AF49-E2DD009CC96A}"/>
          </ac:spMkLst>
        </pc:spChg>
      </pc:sldChg>
    </pc:docChg>
  </pc:docChgLst>
  <pc:docChgLst>
    <pc:chgData name="Abi Johnson-Brett (aljb1g21)" userId="S::aljb1g21@soton.ac.uk::ba114e6c-176e-4ab8-90c5-3c1cc4604294" providerId="AD" clId="Web-{DCBB2CF4-6C6E-4CF4-A1E0-2E4D9A01C091}"/>
    <pc:docChg chg="modSld">
      <pc:chgData name="Abi Johnson-Brett (aljb1g21)" userId="S::aljb1g21@soton.ac.uk::ba114e6c-176e-4ab8-90c5-3c1cc4604294" providerId="AD" clId="Web-{DCBB2CF4-6C6E-4CF4-A1E0-2E4D9A01C091}" dt="2023-02-09T13:27:43.621" v="3"/>
      <pc:docMkLst>
        <pc:docMk/>
      </pc:docMkLst>
      <pc:sldChg chg="addSp delSp modSp mod setBg">
        <pc:chgData name="Abi Johnson-Brett (aljb1g21)" userId="S::aljb1g21@soton.ac.uk::ba114e6c-176e-4ab8-90c5-3c1cc4604294" providerId="AD" clId="Web-{DCBB2CF4-6C6E-4CF4-A1E0-2E4D9A01C091}" dt="2023-02-09T13:27:43.621" v="3"/>
        <pc:sldMkLst>
          <pc:docMk/>
          <pc:sldMk cId="3694376829" sldId="260"/>
        </pc:sldMkLst>
        <pc:spChg chg="mod">
          <ac:chgData name="Abi Johnson-Brett (aljb1g21)" userId="S::aljb1g21@soton.ac.uk::ba114e6c-176e-4ab8-90c5-3c1cc4604294" providerId="AD" clId="Web-{DCBB2CF4-6C6E-4CF4-A1E0-2E4D9A01C091}" dt="2023-02-09T13:27:43.621" v="3"/>
          <ac:spMkLst>
            <pc:docMk/>
            <pc:sldMk cId="3694376829" sldId="260"/>
            <ac:spMk id="2" creationId="{08B23B7E-3661-9CD5-8622-4EFB97D6E745}"/>
          </ac:spMkLst>
        </pc:spChg>
        <pc:spChg chg="del">
          <ac:chgData name="Abi Johnson-Brett (aljb1g21)" userId="S::aljb1g21@soton.ac.uk::ba114e6c-176e-4ab8-90c5-3c1cc4604294" providerId="AD" clId="Web-{DCBB2CF4-6C6E-4CF4-A1E0-2E4D9A01C091}" dt="2023-02-09T13:26:48.339" v="0"/>
          <ac:spMkLst>
            <pc:docMk/>
            <pc:sldMk cId="3694376829" sldId="260"/>
            <ac:spMk id="3" creationId="{80FD1F0E-F17C-4EB3-10DB-58C536961808}"/>
          </ac:spMkLst>
        </pc:spChg>
        <pc:spChg chg="add del mod">
          <ac:chgData name="Abi Johnson-Brett (aljb1g21)" userId="S::aljb1g21@soton.ac.uk::ba114e6c-176e-4ab8-90c5-3c1cc4604294" providerId="AD" clId="Web-{DCBB2CF4-6C6E-4CF4-A1E0-2E4D9A01C091}" dt="2023-02-09T13:27:39.043" v="2"/>
          <ac:spMkLst>
            <pc:docMk/>
            <pc:sldMk cId="3694376829" sldId="260"/>
            <ac:spMk id="6" creationId="{FFF17C28-AA65-D690-C148-D597EE4FA693}"/>
          </ac:spMkLst>
        </pc:spChg>
        <pc:spChg chg="add">
          <ac:chgData name="Abi Johnson-Brett (aljb1g21)" userId="S::aljb1g21@soton.ac.uk::ba114e6c-176e-4ab8-90c5-3c1cc4604294" providerId="AD" clId="Web-{DCBB2CF4-6C6E-4CF4-A1E0-2E4D9A01C091}" dt="2023-02-09T13:27:43.621" v="3"/>
          <ac:spMkLst>
            <pc:docMk/>
            <pc:sldMk cId="3694376829" sldId="260"/>
            <ac:spMk id="11" creationId="{526DCFF7-B97F-C8E5-9781-B5973C9E32F6}"/>
          </ac:spMkLst>
        </pc:spChg>
        <pc:spChg chg="add">
          <ac:chgData name="Abi Johnson-Brett (aljb1g21)" userId="S::aljb1g21@soton.ac.uk::ba114e6c-176e-4ab8-90c5-3c1cc4604294" providerId="AD" clId="Web-{DCBB2CF4-6C6E-4CF4-A1E0-2E4D9A01C091}" dt="2023-02-09T13:27:43.621" v="3"/>
          <ac:spMkLst>
            <pc:docMk/>
            <pc:sldMk cId="3694376829" sldId="260"/>
            <ac:spMk id="14" creationId="{52ABB703-2B0E-4C3B-B4A2-F3973548E561}"/>
          </ac:spMkLst>
        </pc:spChg>
        <pc:spChg chg="add">
          <ac:chgData name="Abi Johnson-Brett (aljb1g21)" userId="S::aljb1g21@soton.ac.uk::ba114e6c-176e-4ab8-90c5-3c1cc4604294" providerId="AD" clId="Web-{DCBB2CF4-6C6E-4CF4-A1E0-2E4D9A01C091}" dt="2023-02-09T13:27:43.621" v="3"/>
          <ac:spMkLst>
            <pc:docMk/>
            <pc:sldMk cId="3694376829" sldId="260"/>
            <ac:spMk id="18" creationId="{E95DA498-D9A2-4DA9-B9DA-B3776E08CF7E}"/>
          </ac:spMkLst>
        </pc:spChg>
        <pc:spChg chg="add">
          <ac:chgData name="Abi Johnson-Brett (aljb1g21)" userId="S::aljb1g21@soton.ac.uk::ba114e6c-176e-4ab8-90c5-3c1cc4604294" providerId="AD" clId="Web-{DCBB2CF4-6C6E-4CF4-A1E0-2E4D9A01C091}" dt="2023-02-09T13:27:43.621" v="3"/>
          <ac:spMkLst>
            <pc:docMk/>
            <pc:sldMk cId="3694376829" sldId="260"/>
            <ac:spMk id="20" creationId="{82A73093-4B9D-420D-B17E-52293703A1D4}"/>
          </ac:spMkLst>
        </pc:spChg>
        <pc:picChg chg="add del mod ord">
          <ac:chgData name="Abi Johnson-Brett (aljb1g21)" userId="S::aljb1g21@soton.ac.uk::ba114e6c-176e-4ab8-90c5-3c1cc4604294" providerId="AD" clId="Web-{DCBB2CF4-6C6E-4CF4-A1E0-2E4D9A01C091}" dt="2023-02-09T13:27:37.699" v="1"/>
          <ac:picMkLst>
            <pc:docMk/>
            <pc:sldMk cId="3694376829" sldId="260"/>
            <ac:picMk id="4" creationId="{B3A8B8CF-AA2C-8D9D-FDE3-31710E97C9E4}"/>
          </ac:picMkLst>
        </pc:picChg>
        <pc:picChg chg="add mod ord">
          <ac:chgData name="Abi Johnson-Brett (aljb1g21)" userId="S::aljb1g21@soton.ac.uk::ba114e6c-176e-4ab8-90c5-3c1cc4604294" providerId="AD" clId="Web-{DCBB2CF4-6C6E-4CF4-A1E0-2E4D9A01C091}" dt="2023-02-09T13:27:43.621" v="3"/>
          <ac:picMkLst>
            <pc:docMk/>
            <pc:sldMk cId="3694376829" sldId="260"/>
            <ac:picMk id="7" creationId="{BE3677C3-CE7D-6FA9-C2A9-8855D639CE23}"/>
          </ac:picMkLst>
        </pc:picChg>
        <pc:cxnChg chg="add">
          <ac:chgData name="Abi Johnson-Brett (aljb1g21)" userId="S::aljb1g21@soton.ac.uk::ba114e6c-176e-4ab8-90c5-3c1cc4604294" providerId="AD" clId="Web-{DCBB2CF4-6C6E-4CF4-A1E0-2E4D9A01C091}" dt="2023-02-09T13:27:43.621" v="3"/>
          <ac:cxnSpMkLst>
            <pc:docMk/>
            <pc:sldMk cId="3694376829" sldId="260"/>
            <ac:cxnSpMk id="16" creationId="{9C21570E-E159-49A6-9891-FA397B7A92D3}"/>
          </ac:cxnSpMkLst>
        </pc:cxnChg>
      </pc:sldChg>
    </pc:docChg>
  </pc:docChgLst>
  <pc:docChgLst>
    <pc:chgData name="Abi Johnson-Brett (aljb1g21)" userId="S::aljb1g21@soton.ac.uk::ba114e6c-176e-4ab8-90c5-3c1cc4604294" providerId="AD" clId="Web-{57936D8E-3547-484B-9872-B95C4021C029}"/>
    <pc:docChg chg="modSld">
      <pc:chgData name="Abi Johnson-Brett (aljb1g21)" userId="S::aljb1g21@soton.ac.uk::ba114e6c-176e-4ab8-90c5-3c1cc4604294" providerId="AD" clId="Web-{57936D8E-3547-484B-9872-B95C4021C029}" dt="2023-02-09T13:35:32.180" v="6" actId="20577"/>
      <pc:docMkLst>
        <pc:docMk/>
      </pc:docMkLst>
      <pc:sldChg chg="modSp">
        <pc:chgData name="Abi Johnson-Brett (aljb1g21)" userId="S::aljb1g21@soton.ac.uk::ba114e6c-176e-4ab8-90c5-3c1cc4604294" providerId="AD" clId="Web-{57936D8E-3547-484B-9872-B95C4021C029}" dt="2023-02-09T13:35:32.180" v="6" actId="20577"/>
        <pc:sldMkLst>
          <pc:docMk/>
          <pc:sldMk cId="3694376829" sldId="260"/>
        </pc:sldMkLst>
        <pc:spChg chg="mod">
          <ac:chgData name="Abi Johnson-Brett (aljb1g21)" userId="S::aljb1g21@soton.ac.uk::ba114e6c-176e-4ab8-90c5-3c1cc4604294" providerId="AD" clId="Web-{57936D8E-3547-484B-9872-B95C4021C029}" dt="2023-02-09T13:35:32.180" v="6" actId="20577"/>
          <ac:spMkLst>
            <pc:docMk/>
            <pc:sldMk cId="3694376829" sldId="260"/>
            <ac:spMk id="11" creationId="{526DCFF7-B97F-C8E5-9781-B5973C9E32F6}"/>
          </ac:spMkLst>
        </pc:spChg>
      </pc:sldChg>
    </pc:docChg>
  </pc:docChgLst>
  <pc:docChgLst>
    <pc:chgData name="Muhammad Yusri (mhby1g21)" userId="S::mhby1g21@soton.ac.uk::2dbe3601-ca13-4976-8d28-873dcb0bfb68" providerId="AD" clId="Web-{1A21804A-DC1F-45BD-A8EF-3F0CBE0B675A}"/>
    <pc:docChg chg="modSld">
      <pc:chgData name="Muhammad Yusri (mhby1g21)" userId="S::mhby1g21@soton.ac.uk::2dbe3601-ca13-4976-8d28-873dcb0bfb68" providerId="AD" clId="Web-{1A21804A-DC1F-45BD-A8EF-3F0CBE0B675A}" dt="2023-02-10T10:43:20.520" v="7" actId="20577"/>
      <pc:docMkLst>
        <pc:docMk/>
      </pc:docMkLst>
      <pc:sldChg chg="modSp">
        <pc:chgData name="Muhammad Yusri (mhby1g21)" userId="S::mhby1g21@soton.ac.uk::2dbe3601-ca13-4976-8d28-873dcb0bfb68" providerId="AD" clId="Web-{1A21804A-DC1F-45BD-A8EF-3F0CBE0B675A}" dt="2023-02-10T10:43:20.520" v="7" actId="20577"/>
        <pc:sldMkLst>
          <pc:docMk/>
          <pc:sldMk cId="3934624138" sldId="261"/>
        </pc:sldMkLst>
        <pc:spChg chg="mod">
          <ac:chgData name="Muhammad Yusri (mhby1g21)" userId="S::mhby1g21@soton.ac.uk::2dbe3601-ca13-4976-8d28-873dcb0bfb68" providerId="AD" clId="Web-{1A21804A-DC1F-45BD-A8EF-3F0CBE0B675A}" dt="2023-02-10T10:43:20.520" v="7" actId="20577"/>
          <ac:spMkLst>
            <pc:docMk/>
            <pc:sldMk cId="3934624138" sldId="261"/>
            <ac:spMk id="2" creationId="{0D19DF2D-FF50-658D-AA75-4A8EDE2F5C20}"/>
          </ac:spMkLst>
        </pc:spChg>
        <pc:spChg chg="mod">
          <ac:chgData name="Muhammad Yusri (mhby1g21)" userId="S::mhby1g21@soton.ac.uk::2dbe3601-ca13-4976-8d28-873dcb0bfb68" providerId="AD" clId="Web-{1A21804A-DC1F-45BD-A8EF-3F0CBE0B675A}" dt="2023-02-10T10:42:33.688" v="2" actId="20577"/>
          <ac:spMkLst>
            <pc:docMk/>
            <pc:sldMk cId="3934624138" sldId="261"/>
            <ac:spMk id="3" creationId="{F2DF3E13-D0F2-E306-66E1-DF834107C89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0A24-804D-42D0-B5CB-636D99BE24C7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A8D1-5AB7-411B-B75F-E744E699C7F0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00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0A24-804D-42D0-B5CB-636D99BE24C7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A8D1-5AB7-411B-B75F-E744E699C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0A24-804D-42D0-B5CB-636D99BE24C7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A8D1-5AB7-411B-B75F-E744E699C7F0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905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0A24-804D-42D0-B5CB-636D99BE24C7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A8D1-5AB7-411B-B75F-E744E699C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39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0A24-804D-42D0-B5CB-636D99BE24C7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A8D1-5AB7-411B-B75F-E744E699C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1892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0A24-804D-42D0-B5CB-636D99BE24C7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A8D1-5AB7-411B-B75F-E744E699C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230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0A24-804D-42D0-B5CB-636D99BE24C7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A8D1-5AB7-411B-B75F-E744E699C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06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1450A24-804D-42D0-B5CB-636D99BE24C7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782A8D1-5AB7-411B-B75F-E744E699C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7344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0A24-804D-42D0-B5CB-636D99BE24C7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A8D1-5AB7-411B-B75F-E744E699C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593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0A24-804D-42D0-B5CB-636D99BE24C7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A8D1-5AB7-411B-B75F-E744E699C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645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0A24-804D-42D0-B5CB-636D99BE24C7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A8D1-5AB7-411B-B75F-E744E699C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862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0898-E273-425E-A6CC-400C04B6B07B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391B-F1EA-429A-9D2E-585B5F64A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5411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0898-E273-425E-A6CC-400C04B6B07B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391B-F1EA-429A-9D2E-585B5F64A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53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0898-E273-425E-A6CC-400C04B6B07B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391B-F1EA-429A-9D2E-585B5F64A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63754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0898-E273-425E-A6CC-400C04B6B07B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391B-F1EA-429A-9D2E-585B5F64A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202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0898-E273-425E-A6CC-400C04B6B07B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391B-F1EA-429A-9D2E-585B5F64A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8380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0898-E273-425E-A6CC-400C04B6B07B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391B-F1EA-429A-9D2E-585B5F64A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5843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0898-E273-425E-A6CC-400C04B6B07B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391B-F1EA-429A-9D2E-585B5F64A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0637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0898-E273-425E-A6CC-400C04B6B07B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391B-F1EA-429A-9D2E-585B5F64A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8301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0898-E273-425E-A6CC-400C04B6B07B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391B-F1EA-429A-9D2E-585B5F64A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9191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0898-E273-425E-A6CC-400C04B6B07B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391B-F1EA-429A-9D2E-585B5F64A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07058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0898-E273-425E-A6CC-400C04B6B07B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391B-F1EA-429A-9D2E-585B5F64A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6964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0898-E273-425E-A6CC-400C04B6B07B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391B-F1EA-429A-9D2E-585B5F64A584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04725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0898-E273-425E-A6CC-400C04B6B07B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391B-F1EA-429A-9D2E-585B5F64A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3103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0898-E273-425E-A6CC-400C04B6B07B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391B-F1EA-429A-9D2E-585B5F64A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2026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0898-E273-425E-A6CC-400C04B6B07B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391B-F1EA-429A-9D2E-585B5F64A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3166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0898-E273-425E-A6CC-400C04B6B07B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391B-F1EA-429A-9D2E-585B5F64A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1291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0898-E273-425E-A6CC-400C04B6B07B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391B-F1EA-429A-9D2E-585B5F64A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94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1450A24-804D-42D0-B5CB-636D99BE24C7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782A8D1-5AB7-411B-B75F-E744E699C7F0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6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9420898-E273-425E-A6CC-400C04B6B07B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F391B-F1EA-429A-9D2E-585B5F64A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7758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hronohax.notion.site/How-to-Run-D5-Smartmeter-using-avrdude-5ddb180966ca43e4a3ef07abf9784f8a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AF33-70FE-D648-4A57-D136D2C681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Team 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F8CF2-F8C5-0647-246C-23F3D3F24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cap="none"/>
              <a:t>Team Members: Giulio, Abi, Jerry, Tom, </a:t>
            </a:r>
            <a:r>
              <a:rPr lang="en-GB" cap="none" err="1"/>
              <a:t>Syazwan</a:t>
            </a:r>
            <a:r>
              <a:rPr lang="en-GB" cap="none"/>
              <a:t>, Muhammad</a:t>
            </a:r>
          </a:p>
        </p:txBody>
      </p:sp>
    </p:spTree>
    <p:extLst>
      <p:ext uri="{BB962C8B-B14F-4D97-AF65-F5344CB8AC3E}">
        <p14:creationId xmlns:p14="http://schemas.microsoft.com/office/powerpoint/2010/main" val="2127062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F82259-6DC6-40BE-84AB-3D4BDA537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394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C2396-4CC3-B587-AB66-7FD53CE0C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24" y="634946"/>
            <a:ext cx="4821283" cy="1450757"/>
          </a:xfrm>
        </p:spPr>
        <p:txBody>
          <a:bodyPr>
            <a:normAutofit/>
          </a:bodyPr>
          <a:lstStyle/>
          <a:p>
            <a:r>
              <a:rPr lang="en-GB"/>
              <a:t>Box Design (Giulio)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69DA3-1975-44C7-B7ED-053710F94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25071" y="2085703"/>
            <a:ext cx="4114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1DA83-AB5D-22B8-AF49-E2DD009CC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624" y="2198914"/>
            <a:ext cx="4821283" cy="3670180"/>
          </a:xfrm>
        </p:spPr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Arial" panose="020F0502020204030204" pitchFamily="34" charset="0"/>
              <a:buChar char="•"/>
            </a:pPr>
            <a:r>
              <a:rPr lang="en-GB" dirty="0">
                <a:cs typeface="Calibri"/>
              </a:rPr>
              <a:t>3 parts</a:t>
            </a:r>
            <a:endParaRPr lang="en-US" dirty="0">
              <a:ea typeface="+mn-lt"/>
              <a:cs typeface="+mn-lt"/>
            </a:endParaRP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GB" dirty="0">
                <a:cs typeface="Calibri"/>
              </a:rPr>
              <a:t>Opened from top</a:t>
            </a:r>
            <a:endParaRPr lang="en-US" dirty="0">
              <a:cs typeface="Calibri"/>
            </a:endParaRP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GB" dirty="0">
                <a:cs typeface="Calibri"/>
              </a:rPr>
              <a:t>External mounting</a:t>
            </a:r>
            <a:endParaRPr lang="en-US" dirty="0">
              <a:ea typeface="+mn-lt"/>
              <a:cs typeface="+mn-lt"/>
            </a:endParaRP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GB" dirty="0">
                <a:cs typeface="Calibri"/>
              </a:rPr>
              <a:t>Water-resistant joint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GB" dirty="0">
                <a:cs typeface="Calibri"/>
              </a:rPr>
              <a:t>4mm width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GB" dirty="0">
                <a:cs typeface="Calibri"/>
              </a:rPr>
              <a:t>RJ45 clipping feature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GB" dirty="0">
                <a:cs typeface="Calibri"/>
              </a:rPr>
              <a:t>Attempted test prints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endParaRPr lang="en-GB">
              <a:cs typeface="Calibri"/>
            </a:endParaRPr>
          </a:p>
          <a:p>
            <a:pPr marL="342900" indent="-342900">
              <a:buFont typeface="Arial" panose="020F0502020204030204" pitchFamily="34" charset="0"/>
              <a:buChar char="•"/>
            </a:pPr>
            <a:endParaRPr lang="en-GB">
              <a:cs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490A1A-AA28-463A-AA3C-C84B88ED5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4358" y="691672"/>
            <a:ext cx="2636076" cy="2451078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6" descr="A picture containing shape&#10;&#10;Description automatically generated">
            <a:extLst>
              <a:ext uri="{FF2B5EF4-FFF2-40B4-BE49-F238E27FC236}">
                <a16:creationId xmlns:a16="http://schemas.microsoft.com/office/drawing/2014/main" id="{E21BE46A-7F62-FB1C-38FD-19353120F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440" y="879053"/>
            <a:ext cx="2079540" cy="210586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CBAC0BF-B249-46F8-B6CE-50488DCA1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8185" y="691673"/>
            <a:ext cx="2644595" cy="2451078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3DEAAD-C42F-417F-96C1-36AC52AA5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4358" y="3345545"/>
            <a:ext cx="2631017" cy="2481832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E4BF5AF5-800A-AD71-7DBD-B95A64705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007" y="3533063"/>
            <a:ext cx="1938665" cy="211876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9259C9E-EB60-4136-BFB3-C6AA8EABC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8185" y="3336707"/>
            <a:ext cx="2644595" cy="2490670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4B207C-AE62-4FA8-B469-5E0EDADF8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1354F6-7F92-40AE-A769-AC17DBD95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" name="Picture 4" descr="Diagram&#10;&#10;Description automatically generated">
            <a:extLst>
              <a:ext uri="{FF2B5EF4-FFF2-40B4-BE49-F238E27FC236}">
                <a16:creationId xmlns:a16="http://schemas.microsoft.com/office/drawing/2014/main" id="{57082EEB-90C6-2C7E-A752-695490017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0532" y="1039971"/>
            <a:ext cx="2331368" cy="1859266"/>
          </a:xfrm>
          <a:prstGeom prst="rect">
            <a:avLst/>
          </a:prstGeom>
        </p:spPr>
      </p:pic>
      <p:pic>
        <p:nvPicPr>
          <p:cNvPr id="10" name="Picture 7" descr="Diagram, engineering drawing&#10;&#10;Description automatically generated">
            <a:extLst>
              <a:ext uri="{FF2B5EF4-FFF2-40B4-BE49-F238E27FC236}">
                <a16:creationId xmlns:a16="http://schemas.microsoft.com/office/drawing/2014/main" id="{BE30094D-8C30-54C4-5461-27D0995B7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1874" y="3504863"/>
            <a:ext cx="1837217" cy="215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583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B23B7E-3661-9CD5-8622-4EFB97D6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GB"/>
              <a:t>PSU Design (Abi)</a:t>
            </a:r>
          </a:p>
        </p:txBody>
      </p:sp>
      <p:pic>
        <p:nvPicPr>
          <p:cNvPr id="7" name="Picture 7" descr="Timeline&#10;&#10;Description automatically generated">
            <a:extLst>
              <a:ext uri="{FF2B5EF4-FFF2-40B4-BE49-F238E27FC236}">
                <a16:creationId xmlns:a16="http://schemas.microsoft.com/office/drawing/2014/main" id="{BE3677C3-CE7D-6FA9-C2A9-8855D639C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2" y="1456314"/>
            <a:ext cx="5451627" cy="362533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26DCFF7-B97F-C8E5-9781-B5973C9E3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cs typeface="Calibri" panose="020F0502020204030204"/>
              </a:rPr>
              <a:t>Started with transformer PSU design – 17% efficiency</a:t>
            </a:r>
          </a:p>
          <a:p>
            <a:pPr marL="0" indent="0">
              <a:buNone/>
            </a:pPr>
            <a:r>
              <a:rPr lang="en-US">
                <a:cs typeface="Calibri" panose="020F0502020204030204"/>
              </a:rPr>
              <a:t>Researched other PSU designs (Switch Mode and Capacitor Coupled)</a:t>
            </a:r>
          </a:p>
          <a:p>
            <a:pPr marL="0" indent="0">
              <a:buNone/>
            </a:pPr>
            <a:r>
              <a:rPr lang="en-US">
                <a:cs typeface="Calibri" panose="020F0502020204030204"/>
              </a:rPr>
              <a:t>Started with switch mode </a:t>
            </a:r>
          </a:p>
          <a:p>
            <a:pPr marL="0" indent="0">
              <a:buNone/>
            </a:pPr>
            <a:r>
              <a:rPr lang="en-US">
                <a:cs typeface="Calibri" panose="020F0502020204030204"/>
              </a:rPr>
              <a:t>Changed design to Capacitor Coupled after more consideration</a:t>
            </a:r>
            <a:endParaRPr lang="en-US"/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4376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4716-DC69-30BF-06C7-E23D4E9D3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181" y="308201"/>
            <a:ext cx="11427963" cy="1400530"/>
          </a:xfrm>
        </p:spPr>
        <p:txBody>
          <a:bodyPr/>
          <a:lstStyle/>
          <a:p>
            <a:r>
              <a:rPr lang="en-GB"/>
              <a:t>PSU design – Capacitor PSU </a:t>
            </a:r>
            <a:br>
              <a:rPr lang="en-GB"/>
            </a:br>
            <a:r>
              <a:rPr lang="en-GB"/>
              <a:t>(Ziteng Wang)</a:t>
            </a:r>
          </a:p>
        </p:txBody>
      </p:sp>
      <p:pic>
        <p:nvPicPr>
          <p:cNvPr id="5" name="Content Placeholder 4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5259A06C-121C-FF97-5184-DD99916F2B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58" y="1853248"/>
            <a:ext cx="10355170" cy="3874073"/>
          </a:xfrm>
        </p:spPr>
      </p:pic>
    </p:spTree>
    <p:extLst>
      <p:ext uri="{BB962C8B-B14F-4D97-AF65-F5344CB8AC3E}">
        <p14:creationId xmlns:p14="http://schemas.microsoft.com/office/powerpoint/2010/main" val="299064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C50D6-DCC0-3C39-7C4A-9E695204A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Output Waveform</a:t>
            </a:r>
            <a:br>
              <a:rPr lang="en-GB"/>
            </a:br>
            <a:endParaRPr lang="en-GB"/>
          </a:p>
        </p:txBody>
      </p:sp>
      <p:pic>
        <p:nvPicPr>
          <p:cNvPr id="5" name="Content Placeholder 4" descr="Graphical user interface&#10;&#10;Description automatically generated">
            <a:extLst>
              <a:ext uri="{FF2B5EF4-FFF2-40B4-BE49-F238E27FC236}">
                <a16:creationId xmlns:a16="http://schemas.microsoft.com/office/drawing/2014/main" id="{6A62BA26-488B-5F5F-C8AC-5C0B26FE12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68" y="2062065"/>
            <a:ext cx="9307387" cy="442893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F4A6A7-2F5C-07AB-3AFA-2B5B472586EE}"/>
              </a:ext>
            </a:extLst>
          </p:cNvPr>
          <p:cNvSpPr txBox="1"/>
          <p:nvPr/>
        </p:nvSpPr>
        <p:spPr>
          <a:xfrm>
            <a:off x="9825134" y="2062065"/>
            <a:ext cx="221135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/>
              <a:t>Output Voltage : 10.65V</a:t>
            </a:r>
          </a:p>
          <a:p>
            <a:endParaRPr lang="en-GB" sz="1600"/>
          </a:p>
          <a:p>
            <a:r>
              <a:rPr lang="en-GB" sz="1600"/>
              <a:t>Output Current:</a:t>
            </a:r>
          </a:p>
          <a:p>
            <a:r>
              <a:rPr lang="en-GB" sz="1600"/>
              <a:t>106mA</a:t>
            </a:r>
          </a:p>
          <a:p>
            <a:endParaRPr lang="en-GB" sz="1600"/>
          </a:p>
          <a:p>
            <a:r>
              <a:rPr lang="en-GB" sz="1600"/>
              <a:t>Output Power:</a:t>
            </a:r>
          </a:p>
          <a:p>
            <a:r>
              <a:rPr lang="en-GB" sz="1600"/>
              <a:t>1.134W</a:t>
            </a:r>
          </a:p>
          <a:p>
            <a:endParaRPr lang="en-GB" sz="1600"/>
          </a:p>
          <a:p>
            <a:r>
              <a:rPr lang="en-GB" sz="1600"/>
              <a:t>Input Power:</a:t>
            </a:r>
          </a:p>
          <a:p>
            <a:r>
              <a:rPr lang="en-GB" sz="1600"/>
              <a:t>1.714W</a:t>
            </a:r>
          </a:p>
          <a:p>
            <a:endParaRPr lang="en-GB" sz="1600"/>
          </a:p>
          <a:p>
            <a:r>
              <a:rPr lang="en-GB" sz="1600"/>
              <a:t>Efficiency: 66%</a:t>
            </a:r>
          </a:p>
        </p:txBody>
      </p:sp>
    </p:spTree>
    <p:extLst>
      <p:ext uri="{BB962C8B-B14F-4D97-AF65-F5344CB8AC3E}">
        <p14:creationId xmlns:p14="http://schemas.microsoft.com/office/powerpoint/2010/main" val="964692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65F82-E8B7-B47B-5EDD-B672AE7F4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9596063" cy="1450757"/>
          </a:xfrm>
        </p:spPr>
        <p:txBody>
          <a:bodyPr>
            <a:normAutofit/>
          </a:bodyPr>
          <a:lstStyle/>
          <a:p>
            <a:r>
              <a:rPr lang="en-GB"/>
              <a:t>Interface Circuitry Progress/Plans</a:t>
            </a:r>
            <a:r>
              <a:rPr lang="en-GB" sz="2000"/>
              <a:t>(Tom)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38148-12B3-A16A-33E3-344D5A73A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GB">
                <a:cs typeface="Calibri"/>
              </a:rPr>
              <a:t>Key priority moving forwards.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GB">
                <a:cs typeface="Calibri"/>
              </a:rPr>
              <a:t>PWM for 0-10V analogue input.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GB">
                <a:cs typeface="Calibri"/>
              </a:rPr>
              <a:t>Voltage scaling for analogue outputs.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GB">
                <a:cs typeface="Calibri"/>
              </a:rPr>
              <a:t>Potential use of </a:t>
            </a:r>
            <a:r>
              <a:rPr lang="en-GB" err="1">
                <a:cs typeface="Calibri"/>
              </a:rPr>
              <a:t>mosfets</a:t>
            </a:r>
            <a:r>
              <a:rPr lang="en-GB">
                <a:cs typeface="Calibri"/>
              </a:rPr>
              <a:t> for TTL Logic I/O.</a:t>
            </a:r>
          </a:p>
          <a:p>
            <a:pPr>
              <a:buFont typeface="Arial" panose="020F0502020204030204" pitchFamily="34" charset="0"/>
              <a:buChar char="•"/>
            </a:pPr>
            <a:endParaRPr lang="en-GB">
              <a:cs typeface="Calibri"/>
            </a:endParaRP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C90D55E0-5054-114E-1CFD-A06951A2C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128" y="2152076"/>
            <a:ext cx="5296393" cy="32168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D96817-248D-9164-7049-200B5FC8CB3B}"/>
              </a:ext>
            </a:extLst>
          </p:cNvPr>
          <p:cNvSpPr txBox="1"/>
          <p:nvPr/>
        </p:nvSpPr>
        <p:spPr>
          <a:xfrm>
            <a:off x="6126822" y="5265908"/>
            <a:ext cx="570880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050" err="1">
                <a:cs typeface="Calibri"/>
              </a:rPr>
              <a:t>Source:</a:t>
            </a:r>
            <a:r>
              <a:rPr lang="en-GB" sz="1050" err="1">
                <a:ea typeface="+mn-lt"/>
                <a:cs typeface="+mn-lt"/>
              </a:rPr>
              <a:t>https</a:t>
            </a:r>
            <a:r>
              <a:rPr lang="en-GB" sz="1050">
                <a:ea typeface="+mn-lt"/>
                <a:cs typeface="+mn-lt"/>
              </a:rPr>
              <a:t>://next-hack.com/</a:t>
            </a:r>
            <a:r>
              <a:rPr lang="en-GB" sz="1050" err="1">
                <a:ea typeface="+mn-lt"/>
                <a:cs typeface="+mn-lt"/>
              </a:rPr>
              <a:t>index.php</a:t>
            </a:r>
            <a:r>
              <a:rPr lang="en-GB" sz="1050">
                <a:ea typeface="+mn-lt"/>
                <a:cs typeface="+mn-lt"/>
              </a:rPr>
              <a:t>/2020/02/15/how-to-interface-a-3-3v-output-to-a-5v-input/</a:t>
            </a:r>
          </a:p>
          <a:p>
            <a:r>
              <a:rPr lang="en-GB" sz="1050">
                <a:cs typeface="Calibri"/>
              </a:rPr>
              <a:t>(also from lecture notes).</a:t>
            </a:r>
          </a:p>
        </p:txBody>
      </p:sp>
    </p:spTree>
    <p:extLst>
      <p:ext uri="{BB962C8B-B14F-4D97-AF65-F5344CB8AC3E}">
        <p14:creationId xmlns:p14="http://schemas.microsoft.com/office/powerpoint/2010/main" val="983401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CADA9-AAB9-3A18-4FEB-A5F7A8102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Progress </a:t>
            </a:r>
            <a:r>
              <a:rPr lang="en-GB" sz="2000"/>
              <a:t>(</a:t>
            </a:r>
            <a:r>
              <a:rPr lang="en-GB" sz="2000" err="1"/>
              <a:t>Syazwan</a:t>
            </a:r>
            <a:r>
              <a:rPr lang="en-GB" sz="2000"/>
              <a:t>)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9EA6D-A677-F692-AD37-3FC024024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 lnSpcReduction="10000"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GB" dirty="0">
                <a:cs typeface="Calibri"/>
              </a:rPr>
              <a:t> Made sure that the display is working as intended.</a:t>
            </a:r>
          </a:p>
          <a:p>
            <a:pPr marL="383540" lvl="1">
              <a:buFont typeface="Arial" panose="020F0502020204030204" pitchFamily="34" charset="0"/>
              <a:buChar char="•"/>
            </a:pPr>
            <a:r>
              <a:rPr lang="en-GB" dirty="0">
                <a:cs typeface="Calibri"/>
              </a:rPr>
              <a:t>Printed strings, integers and floats on the display.</a:t>
            </a:r>
          </a:p>
          <a:p>
            <a:pPr marL="383540" lvl="1">
              <a:buFont typeface="Arial" panose="020F0502020204030204" pitchFamily="34" charset="0"/>
              <a:buChar char="•"/>
            </a:pPr>
            <a:r>
              <a:rPr lang="en-GB" dirty="0">
                <a:cs typeface="Calibri"/>
              </a:rPr>
              <a:t>Managed to make simple drawing on the display(battery shape and graphs)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GB" dirty="0">
                <a:cs typeface="Calibri"/>
              </a:rPr>
              <a:t> Defined all the pins (inputs and outputs) and made the display to work on port B and D.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GB" dirty="0">
                <a:cs typeface="Calibri"/>
              </a:rPr>
              <a:t> Initialized ADC code :</a:t>
            </a:r>
          </a:p>
          <a:p>
            <a:pPr marL="383540" lvl="1">
              <a:buFont typeface="Arial" panose="020F0502020204030204" pitchFamily="34" charset="0"/>
              <a:buChar char="•"/>
            </a:pPr>
            <a:r>
              <a:rPr lang="en-GB" dirty="0">
                <a:cs typeface="Calibri"/>
              </a:rPr>
              <a:t>To be used in reading analogue inputs.</a:t>
            </a:r>
          </a:p>
          <a:p>
            <a:pPr marL="383540" lvl="1">
              <a:buFont typeface="Arial" panose="020F0502020204030204" pitchFamily="34" charset="0"/>
              <a:buChar char="•"/>
            </a:pPr>
            <a:r>
              <a:rPr lang="en-GB" dirty="0">
                <a:cs typeface="Calibri"/>
              </a:rPr>
              <a:t>Implemented a function that can calculate </a:t>
            </a:r>
            <a:r>
              <a:rPr lang="en-GB" dirty="0" err="1">
                <a:cs typeface="Calibri"/>
              </a:rPr>
              <a:t>Vrms</a:t>
            </a:r>
            <a:r>
              <a:rPr lang="en-GB" dirty="0">
                <a:cs typeface="Calibri"/>
              </a:rPr>
              <a:t> and </a:t>
            </a:r>
            <a:r>
              <a:rPr lang="en-GB" dirty="0" err="1">
                <a:cs typeface="Calibri"/>
              </a:rPr>
              <a:t>Irms</a:t>
            </a:r>
            <a:r>
              <a:rPr lang="en-GB" dirty="0">
                <a:cs typeface="Calibri"/>
              </a:rPr>
              <a:t>.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GB" dirty="0">
                <a:cs typeface="Calibri"/>
              </a:rPr>
              <a:t> Set up timer and interrupt service routine to be used in calculating rms and to add an internal counter.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GB" dirty="0">
                <a:cs typeface="Calibri"/>
              </a:rPr>
              <a:t> Still working on PWM and control flow.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GB" dirty="0">
                <a:cs typeface="Calibri"/>
              </a:rPr>
              <a:t> Need to improve the display design. (Maybe even making a GUI )</a:t>
            </a:r>
          </a:p>
        </p:txBody>
      </p:sp>
    </p:spTree>
    <p:extLst>
      <p:ext uri="{BB962C8B-B14F-4D97-AF65-F5344CB8AC3E}">
        <p14:creationId xmlns:p14="http://schemas.microsoft.com/office/powerpoint/2010/main" val="1389753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BB2B8762-61F0-4F1B-9364-D633EE9D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97675C8-1328-460C-9EBF-6B446B67E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14EE78B-AF71-4195-A01B-F1165D923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6417104-D4C1-4710-9982-2154A7F48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2E8ABC-3770-3FC3-39A3-1DB04BA978C6}"/>
              </a:ext>
            </a:extLst>
          </p:cNvPr>
          <p:cNvSpPr txBox="1"/>
          <p:nvPr/>
        </p:nvSpPr>
        <p:spPr>
          <a:xfrm>
            <a:off x="1454614" y="4009665"/>
            <a:ext cx="10909073" cy="105765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spc="-5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Snippets of code from </a:t>
            </a:r>
            <a:r>
              <a:rPr lang="en-US" sz="3200" spc="-5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prog.c</a:t>
            </a:r>
            <a:endParaRPr lang="en-US" sz="3200" spc="-50" err="1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Calibri Light"/>
            </a:endParaRPr>
          </a:p>
        </p:txBody>
      </p:sp>
      <p:pic>
        <p:nvPicPr>
          <p:cNvPr id="8" name="Picture 8" descr="Text&#10;&#10;Description automatically generated">
            <a:extLst>
              <a:ext uri="{FF2B5EF4-FFF2-40B4-BE49-F238E27FC236}">
                <a16:creationId xmlns:a16="http://schemas.microsoft.com/office/drawing/2014/main" id="{14B48F9D-A094-CEB4-8770-8B2F4E457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200" y="1373167"/>
            <a:ext cx="4200320" cy="2625024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626F1402-2DEC-4071-84AF-350C7BF0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7" descr="Text&#10;&#10;Description automatically generated">
            <a:extLst>
              <a:ext uri="{FF2B5EF4-FFF2-40B4-BE49-F238E27FC236}">
                <a16:creationId xmlns:a16="http://schemas.microsoft.com/office/drawing/2014/main" id="{4FD78D9F-1C02-9883-ADCA-BB5662A0A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16070" y="399106"/>
            <a:ext cx="2434501" cy="3602736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4733B62-1719-4677-A612-CA0AC0AD7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DA52A394-10F4-4AA5-90E4-634D1E919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7BDDC51-8BB2-42BE-8EA8-39B3E9AC1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32854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CFCD50F-4BF3-4733-BD42-5567080A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9DF2D-FF50-658D-AA75-4A8EDE2F5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8459" y="634946"/>
            <a:ext cx="4821283" cy="1450757"/>
          </a:xfrm>
        </p:spPr>
        <p:txBody>
          <a:bodyPr>
            <a:normAutofit/>
          </a:bodyPr>
          <a:lstStyle/>
          <a:p>
            <a:r>
              <a:rPr lang="en-GB" sz="3700"/>
              <a:t>Integration, QA and Simulation </a:t>
            </a:r>
            <a:r>
              <a:rPr lang="en-GB" sz="2000"/>
              <a:t>(Muhammad)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C2466A-2320-4205-BDC2-056CD8BC2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3" y="321733"/>
            <a:ext cx="3057906" cy="3408237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3C57390-79EF-6516-CC45-1325ED323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61" y="473902"/>
            <a:ext cx="2253249" cy="31039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24F77B6-3AFC-4981-A39A-15994073E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061" y="321733"/>
            <a:ext cx="2583939" cy="195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622A300-A12E-4C3D-A574-71AFFA8F2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40096" y="2085703"/>
            <a:ext cx="4114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7D21A87-2874-4438-84BA-E02F7C632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3" y="3879167"/>
            <a:ext cx="3057906" cy="21355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0A69F5-520C-404C-9614-071AAE138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28588" y="2451014"/>
            <a:ext cx="2567411" cy="3532765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2EFD0B5-B1E6-B006-CAA4-364FF220F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727" y="2601842"/>
            <a:ext cx="2157132" cy="323110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F3E13-D0F2-E306-66E1-DF834107C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8459" y="2198914"/>
            <a:ext cx="4821283" cy="3670180"/>
          </a:xfrm>
        </p:spPr>
        <p:txBody>
          <a:bodyPr vert="horz" lIns="0" tIns="45720" rIns="0" bIns="45720" rtlCol="0" anchor="t">
            <a:normAutofit fontScale="85000" lnSpcReduction="10000"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GB">
                <a:cs typeface="Calibri"/>
              </a:rPr>
              <a:t>Making sure all aspect of the smart meter are according to the guidelines and specifications given:</a:t>
            </a:r>
          </a:p>
          <a:p>
            <a:pPr marL="383540" lvl="1">
              <a:buFont typeface="Arial" panose="020F0502020204030204" pitchFamily="34" charset="0"/>
              <a:buChar char="•"/>
            </a:pPr>
            <a:r>
              <a:rPr lang="en-GB">
                <a:cs typeface="Calibri"/>
              </a:rPr>
              <a:t>Communicated with other area leads about improvements and concerns with current design</a:t>
            </a:r>
          </a:p>
          <a:p>
            <a:pPr marL="383540" lvl="1">
              <a:buFont typeface="Arial" panose="020F0502020204030204" pitchFamily="34" charset="0"/>
              <a:buChar char="•"/>
            </a:pPr>
            <a:r>
              <a:rPr lang="en-GB">
                <a:cs typeface="Calibri"/>
              </a:rPr>
              <a:t>Synchronised all platforms of communication and file-sharing (Teams, WhatsApp, Discord) for ease of access to make sure everyone is on the same page.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GB">
                <a:cs typeface="Calibri"/>
              </a:rPr>
              <a:t>Wrote a guide for related how-to for quick install such as running Il Matto software on personal PC </a:t>
            </a:r>
            <a:r>
              <a:rPr lang="en-GB">
                <a:ea typeface="+mn-lt"/>
                <a:cs typeface="+mn-lt"/>
                <a:hlinkClick r:id="rId4"/>
              </a:rPr>
              <a:t>How to Run D5 Smartmeter using avrdude (notion.site)</a:t>
            </a:r>
          </a:p>
          <a:p>
            <a:pPr marL="383540" lvl="1">
              <a:buFont typeface="Arial" panose="020F0502020204030204" pitchFamily="34" charset="0"/>
              <a:buChar char="•"/>
            </a:pPr>
            <a:endParaRPr lang="en-GB"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GB">
                <a:cs typeface="Calibri"/>
              </a:rPr>
              <a:t>Planning to synchronise the codebase using VCS such as Git. 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D683B1-E7B7-4AF5-8BF1-00757F13F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07ECB0-AC96-4F4F-AB0C-44EA1353C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34624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5FEDF-A65C-B41F-B912-19981C339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>
            <a:normAutofit/>
          </a:bodyPr>
          <a:lstStyle/>
          <a:p>
            <a:r>
              <a:rPr lang="en-GB">
                <a:cs typeface="Calibri Light"/>
              </a:rPr>
              <a:t>QA</a:t>
            </a:r>
            <a:endParaRPr lang="en-GB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D31C287-2718-9E62-4E9D-B73CB8CA1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2003756"/>
            <a:ext cx="4001315" cy="258705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7D5DF-0608-68BD-7E91-694450DEF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769" y="2198914"/>
            <a:ext cx="6574973" cy="3670180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GB">
                <a:cs typeface="Calibri"/>
              </a:rPr>
              <a:t>Compiled and categorized relevant area specifications and targets from given documents such as guidebook and mark scheme.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GB">
                <a:cs typeface="Calibri"/>
              </a:rPr>
              <a:t>Plans to add additional features for better UI/UX such as app/</a:t>
            </a:r>
            <a:r>
              <a:rPr lang="en-GB" err="1">
                <a:cs typeface="Calibri"/>
              </a:rPr>
              <a:t>bluetooth</a:t>
            </a:r>
            <a:r>
              <a:rPr lang="en-GB">
                <a:cs typeface="Calibri"/>
              </a:rPr>
              <a:t> control if progress went smoothly!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77893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E7EA4-699C-E348-C54E-71E8D4202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 Light"/>
              </a:rPr>
              <a:t>Simulation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1A623-562E-2FB2-BFC2-D28522F67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GB">
                <a:cs typeface="Calibri"/>
              </a:rPr>
              <a:t>Installed </a:t>
            </a:r>
            <a:r>
              <a:rPr lang="en-GB" err="1">
                <a:cs typeface="Calibri"/>
              </a:rPr>
              <a:t>LABView</a:t>
            </a:r>
            <a:r>
              <a:rPr lang="en-GB">
                <a:cs typeface="Calibri"/>
              </a:rPr>
              <a:t> software and messed around with it a bit to familiarize myself with the UI etc.</a:t>
            </a:r>
            <a:endParaRPr lang="en-US"/>
          </a:p>
          <a:p>
            <a:pPr>
              <a:buFont typeface="Arial" panose="020F0502020204030204" pitchFamily="34" charset="0"/>
              <a:buChar char="•"/>
            </a:pPr>
            <a:r>
              <a:rPr lang="en-GB">
                <a:cs typeface="Calibri"/>
              </a:rPr>
              <a:t>Plans to try loading the test profiles as soon as we finish prototyping the algorithm for simulation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GB">
                <a:cs typeface="Calibri"/>
              </a:rPr>
              <a:t>Best approach is to design a flowchart that's general to all three scenario so we can optimise it easier when final scenario is published</a:t>
            </a:r>
          </a:p>
          <a:p>
            <a:pPr>
              <a:buFont typeface="Arial" panose="020F0502020204030204" pitchFamily="34" charset="0"/>
              <a:buChar char="•"/>
            </a:pPr>
            <a:endParaRPr lang="en-GB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1443541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AEFD908B32B245A3A0D21C6B593B2B" ma:contentTypeVersion="11" ma:contentTypeDescription="Create a new document." ma:contentTypeScope="" ma:versionID="ae0f41c3c6ca332a3b0570cc0ca83342">
  <xsd:schema xmlns:xsd="http://www.w3.org/2001/XMLSchema" xmlns:xs="http://www.w3.org/2001/XMLSchema" xmlns:p="http://schemas.microsoft.com/office/2006/metadata/properties" xmlns:ns2="d5a874f9-67e5-4deb-a0f2-d102b20c5fd8" xmlns:ns3="94e09ebd-c8f1-4362-991a-c49006e523f9" targetNamespace="http://schemas.microsoft.com/office/2006/metadata/properties" ma:root="true" ma:fieldsID="5ccbbde39b4f835ca60ef9136f7866f9" ns2:_="" ns3:_="">
    <xsd:import namespace="d5a874f9-67e5-4deb-a0f2-d102b20c5fd8"/>
    <xsd:import namespace="94e09ebd-c8f1-4362-991a-c49006e523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a874f9-67e5-4deb-a0f2-d102b20c5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cbf2f534-9c3d-494b-83fb-768e807180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e09ebd-c8f1-4362-991a-c49006e523f9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9c6b7519-a2a5-4c46-b362-72d7f70c44ec}" ma:internalName="TaxCatchAll" ma:showField="CatchAllData" ma:web="94e09ebd-c8f1-4362-991a-c49006e523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a874f9-67e5-4deb-a0f2-d102b20c5fd8">
      <Terms xmlns="http://schemas.microsoft.com/office/infopath/2007/PartnerControls"/>
    </lcf76f155ced4ddcb4097134ff3c332f>
    <TaxCatchAll xmlns="94e09ebd-c8f1-4362-991a-c49006e523f9" xsi:nil="true"/>
  </documentManagement>
</p:properties>
</file>

<file path=customXml/itemProps1.xml><?xml version="1.0" encoding="utf-8"?>
<ds:datastoreItem xmlns:ds="http://schemas.openxmlformats.org/officeDocument/2006/customXml" ds:itemID="{A16436A7-B055-433B-BD2E-6A827B837B66}"/>
</file>

<file path=customXml/itemProps2.xml><?xml version="1.0" encoding="utf-8"?>
<ds:datastoreItem xmlns:ds="http://schemas.openxmlformats.org/officeDocument/2006/customXml" ds:itemID="{14935B4D-D341-4ABC-B18C-41EC07AA8A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99691D-1A78-4864-8419-EDC79350E36B}">
  <ds:schemaRefs>
    <ds:schemaRef ds:uri="94e09ebd-c8f1-4362-991a-c49006e523f9"/>
    <ds:schemaRef ds:uri="d5a874f9-67e5-4deb-a0f2-d102b20c5fd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Retrospect</vt:lpstr>
      <vt:lpstr>Ion</vt:lpstr>
      <vt:lpstr>Team B</vt:lpstr>
      <vt:lpstr>Box Design (Giulio)</vt:lpstr>
      <vt:lpstr>PSU Design (Abi)</vt:lpstr>
      <vt:lpstr>PSU design – Capacitor PSU  (Ziteng Wang)</vt:lpstr>
      <vt:lpstr>Output Waveform </vt:lpstr>
      <vt:lpstr>Interface Circuitry Progress/Plans(Tom)</vt:lpstr>
      <vt:lpstr>Software Progress (Syazwan)</vt:lpstr>
      <vt:lpstr>PowerPoint Presentation</vt:lpstr>
      <vt:lpstr>Integration, QA and Simulation (Muhammad)</vt:lpstr>
      <vt:lpstr>QA</vt:lpstr>
      <vt:lpstr>Simulation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B</dc:title>
  <dc:creator>abijbrett@gmail.com</dc:creator>
  <cp:revision>7</cp:revision>
  <dcterms:created xsi:type="dcterms:W3CDTF">2023-02-07T12:57:13Z</dcterms:created>
  <dcterms:modified xsi:type="dcterms:W3CDTF">2023-02-13T08:55:08Z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0x010100D4AEFD908B32B245A3A0D21C6B593B2B</vt:lpwstr>
  </property>
  <property fmtid="{D5CDD505-2E9C-101B-9397-08002B2CF9AE}" pid="3" name="MediaServiceImageTags">
    <vt:lpwstr/>
  </property>
</Properties>
</file>