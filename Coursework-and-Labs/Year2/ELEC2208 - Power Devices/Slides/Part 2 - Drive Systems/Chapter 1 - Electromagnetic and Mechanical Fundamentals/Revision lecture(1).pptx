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058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00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3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47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455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663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249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736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51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980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61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D41C9-9B89-4F7F-9EC6-55B9F1498C87}" type="datetimeFigureOut">
              <a:rPr lang="en-GB" smtClean="0"/>
              <a:t>13/05/2022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B76CB-3D2F-4DF8-9E23-C927479A4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34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Revision lecture</a:t>
            </a:r>
          </a:p>
        </p:txBody>
      </p:sp>
    </p:spTree>
    <p:extLst>
      <p:ext uri="{BB962C8B-B14F-4D97-AF65-F5344CB8AC3E}">
        <p14:creationId xmlns:p14="http://schemas.microsoft.com/office/powerpoint/2010/main" val="1436768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B2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694" y="1601691"/>
            <a:ext cx="7820608" cy="4351338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To test the component shown in Figure 3, it is spun at 5000 Rev.min</a:t>
            </a:r>
            <a:r>
              <a:rPr lang="en-GB" baseline="30000" dirty="0"/>
              <a:t>-1  </a:t>
            </a:r>
            <a:r>
              <a:rPr lang="en-GB" dirty="0"/>
              <a:t>around the Z-Z axis using a directly coupled permanent magnet brushed d.c. motor. Assuming that the component has a uniform density of 4000 kg.m</a:t>
            </a:r>
            <a:r>
              <a:rPr lang="en-GB" baseline="30000" dirty="0"/>
              <a:t>-3</a:t>
            </a:r>
            <a:r>
              <a:rPr lang="en-GB" dirty="0"/>
              <a:t>, determine: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The inertia of the component, around the axis of rotation, and hence the torque required to accelerate the component to 5000 rev min</a:t>
            </a:r>
            <a:r>
              <a:rPr lang="en-GB" baseline="30000" dirty="0"/>
              <a:t>-1</a:t>
            </a:r>
            <a:r>
              <a:rPr lang="en-GB" dirty="0"/>
              <a:t> in 20 seconds.</a:t>
            </a:r>
          </a:p>
          <a:p>
            <a:pPr marL="914400" lvl="1" indent="-457200">
              <a:buFont typeface="+mj-lt"/>
              <a:buAutoNum type="alphaLcParenR"/>
            </a:pPr>
            <a:endParaRPr lang="en-GB" dirty="0"/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The stored energy in the rotating system at 5000 rev min</a:t>
            </a:r>
            <a:r>
              <a:rPr lang="en-GB" baseline="30000" dirty="0"/>
              <a:t>-1</a:t>
            </a:r>
            <a:r>
              <a:rPr lang="en-GB" dirty="0"/>
              <a:t>	</a:t>
            </a:r>
          </a:p>
          <a:p>
            <a:pPr marL="914400" lvl="1" indent="-457200">
              <a:buFont typeface="+mj-lt"/>
              <a:buAutoNum type="alphaLcParenR"/>
            </a:pPr>
            <a:endParaRPr lang="en-GB" dirty="0"/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Based on the results from part (a), estimate the constant braking torque required to stop the motor from 5000 rev.min</a:t>
            </a:r>
            <a:r>
              <a:rPr lang="en-GB" baseline="30000" dirty="0"/>
              <a:t>-1</a:t>
            </a:r>
            <a:r>
              <a:rPr lang="en-GB" dirty="0"/>
              <a:t> to 0 rev.min</a:t>
            </a:r>
            <a:r>
              <a:rPr lang="en-GB" baseline="30000" dirty="0"/>
              <a:t>-1</a:t>
            </a:r>
            <a:r>
              <a:rPr lang="en-GB" dirty="0"/>
              <a:t> in 20s. Then, determine the associated regenerative current and the energy returned to the supply, assuming a constant regenerative current throughout.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r>
              <a:rPr lang="en-GB" dirty="0"/>
              <a:t>The motor’s constants are K</a:t>
            </a:r>
            <a:r>
              <a:rPr lang="en-GB" baseline="-25000" dirty="0"/>
              <a:t>e</a:t>
            </a:r>
            <a:r>
              <a:rPr lang="en-GB" dirty="0"/>
              <a:t>=0.6 Volt sec Rad</a:t>
            </a:r>
            <a:r>
              <a:rPr lang="en-GB" baseline="30000" dirty="0"/>
              <a:t>-1</a:t>
            </a:r>
            <a:r>
              <a:rPr lang="en-GB" dirty="0"/>
              <a:t> and </a:t>
            </a:r>
            <a:r>
              <a:rPr lang="en-GB" dirty="0" err="1"/>
              <a:t>K</a:t>
            </a:r>
            <a:r>
              <a:rPr lang="en-GB" baseline="-25000" dirty="0" err="1"/>
              <a:t>t</a:t>
            </a:r>
            <a:r>
              <a:rPr lang="en-GB" dirty="0"/>
              <a:t>=0.6 Nm Amp</a:t>
            </a:r>
            <a:r>
              <a:rPr lang="en-GB" baseline="30000" dirty="0"/>
              <a:t>-1</a:t>
            </a:r>
            <a:r>
              <a:rPr lang="en-GB" dirty="0"/>
              <a:t>. The motor’s rotor resistance is 0.2 Ohm and its inertia is 0.15 kg.m</a:t>
            </a:r>
            <a:r>
              <a:rPr lang="en-GB" baseline="30000" dirty="0"/>
              <a:t>2</a:t>
            </a:r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l="28927" t="28930" r="26036" b="17617"/>
          <a:stretch/>
        </p:blipFill>
        <p:spPr bwMode="auto">
          <a:xfrm>
            <a:off x="7735079" y="1601692"/>
            <a:ext cx="4456922" cy="39500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4E85AF-C1F1-472E-AF2A-8C61148E9A8B}"/>
              </a:ext>
            </a:extLst>
          </p:cNvPr>
          <p:cNvSpPr txBox="1"/>
          <p:nvPr/>
        </p:nvSpPr>
        <p:spPr>
          <a:xfrm>
            <a:off x="9203396" y="5860473"/>
            <a:ext cx="1650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/>
              <a:t>(In millimetres) </a:t>
            </a:r>
          </a:p>
        </p:txBody>
      </p:sp>
    </p:spTree>
    <p:extLst>
      <p:ext uri="{BB962C8B-B14F-4D97-AF65-F5344CB8AC3E}">
        <p14:creationId xmlns:p14="http://schemas.microsoft.com/office/powerpoint/2010/main" val="21431876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af965482-01c1-48ad-999e-eb62f4ddfc8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187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Revision lecture</vt:lpstr>
      <vt:lpstr>Question B2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lecture</dc:title>
  <dc:creator>fg5v</dc:creator>
  <cp:lastModifiedBy>Frederic Gardes</cp:lastModifiedBy>
  <cp:revision>13</cp:revision>
  <dcterms:created xsi:type="dcterms:W3CDTF">2018-05-08T13:22:41Z</dcterms:created>
  <dcterms:modified xsi:type="dcterms:W3CDTF">2022-05-13T14:00:02Z</dcterms:modified>
</cp:coreProperties>
</file>