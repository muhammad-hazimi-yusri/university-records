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charts/chart1.xml" ContentType="application/vnd.openxmlformats-officedocument.drawingml.chart+xml"/>
  <Override PartName="/ppt/tags/tag2.xml" ContentType="application/vnd.openxmlformats-officedocument.presentationml.tags+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7" r:id="rId5"/>
    <p:sldId id="259" r:id="rId6"/>
    <p:sldId id="271" r:id="rId7"/>
    <p:sldId id="273" r:id="rId8"/>
    <p:sldId id="272" r:id="rId9"/>
    <p:sldId id="275" r:id="rId10"/>
    <p:sldId id="276" r:id="rId11"/>
    <p:sldId id="280" r:id="rId12"/>
    <p:sldId id="281" r:id="rId13"/>
    <p:sldId id="277" r:id="rId14"/>
    <p:sldId id="282" r:id="rId15"/>
    <p:sldId id="278" r:id="rId16"/>
    <p:sldId id="283" r:id="rId17"/>
    <p:sldId id="284" r:id="rId18"/>
    <p:sldId id="296" r:id="rId19"/>
    <p:sldId id="285" r:id="rId20"/>
    <p:sldId id="279" r:id="rId21"/>
    <p:sldId id="295" r:id="rId22"/>
    <p:sldId id="265" r:id="rId23"/>
    <p:sldId id="274" r:id="rId24"/>
    <p:sldId id="287" r:id="rId25"/>
    <p:sldId id="288" r:id="rId26"/>
    <p:sldId id="289" r:id="rId27"/>
    <p:sldId id="290" r:id="rId28"/>
    <p:sldId id="291" r:id="rId29"/>
  </p:sldIdLst>
  <p:sldSz cx="12192000" cy="6858000"/>
  <p:notesSz cx="6858000" cy="9144000"/>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4991AC-F9B4-854D-9323-DCF51216023E}" v="1467" dt="2020-03-09T18:47:14.276"/>
    <p1510:client id="{6D5871D4-2543-4EFE-8925-D9EE9E63C498}" v="555" dt="2020-03-05T15:41:53.5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ags" Target="tags/tag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stronardi L." userId="56690cde-84d7-431d-89f8-e3bc6026d96e" providerId="ADAL" clId="{054991AC-F9B4-854D-9323-DCF51216023E}"/>
    <pc:docChg chg="undo custSel modSld sldOrd">
      <pc:chgData name="Mastronardi L." userId="56690cde-84d7-431d-89f8-e3bc6026d96e" providerId="ADAL" clId="{054991AC-F9B4-854D-9323-DCF51216023E}" dt="2020-03-09T18:47:14.297" v="1457" actId="478"/>
      <pc:docMkLst>
        <pc:docMk/>
      </pc:docMkLst>
      <pc:sldChg chg="addSp delSp modSp delAnim">
        <pc:chgData name="Mastronardi L." userId="56690cde-84d7-431d-89f8-e3bc6026d96e" providerId="ADAL" clId="{054991AC-F9B4-854D-9323-DCF51216023E}" dt="2020-03-09T17:19:59.799" v="889" actId="1036"/>
        <pc:sldMkLst>
          <pc:docMk/>
          <pc:sldMk cId="4167803987" sldId="265"/>
        </pc:sldMkLst>
        <pc:spChg chg="del mod">
          <ac:chgData name="Mastronardi L." userId="56690cde-84d7-431d-89f8-e3bc6026d96e" providerId="ADAL" clId="{054991AC-F9B4-854D-9323-DCF51216023E}" dt="2020-03-09T16:18:12.580" v="60" actId="478"/>
          <ac:spMkLst>
            <pc:docMk/>
            <pc:sldMk cId="4167803987" sldId="265"/>
            <ac:spMk id="11" creationId="{00000000-0000-0000-0000-000000000000}"/>
          </ac:spMkLst>
        </pc:spChg>
        <pc:grpChg chg="mod">
          <ac:chgData name="Mastronardi L." userId="56690cde-84d7-431d-89f8-e3bc6026d96e" providerId="ADAL" clId="{054991AC-F9B4-854D-9323-DCF51216023E}" dt="2020-03-09T17:18:17.403" v="863" actId="1076"/>
          <ac:grpSpMkLst>
            <pc:docMk/>
            <pc:sldMk cId="4167803987" sldId="265"/>
            <ac:grpSpMk id="12" creationId="{00000000-0000-0000-0000-000000000000}"/>
          </ac:grpSpMkLst>
        </pc:grpChg>
        <pc:graphicFrameChg chg="add mod modGraphic">
          <ac:chgData name="Mastronardi L." userId="56690cde-84d7-431d-89f8-e3bc6026d96e" providerId="ADAL" clId="{054991AC-F9B4-854D-9323-DCF51216023E}" dt="2020-03-09T17:19:59.799" v="889" actId="1036"/>
          <ac:graphicFrameMkLst>
            <pc:docMk/>
            <pc:sldMk cId="4167803987" sldId="265"/>
            <ac:graphicFrameMk id="13" creationId="{AA43C780-B8DA-1049-B1D3-4F1D60532AD3}"/>
          </ac:graphicFrameMkLst>
        </pc:graphicFrameChg>
      </pc:sldChg>
      <pc:sldChg chg="modSp">
        <pc:chgData name="Mastronardi L." userId="56690cde-84d7-431d-89f8-e3bc6026d96e" providerId="ADAL" clId="{054991AC-F9B4-854D-9323-DCF51216023E}" dt="2020-03-09T18:02:53.565" v="899" actId="20577"/>
        <pc:sldMkLst>
          <pc:docMk/>
          <pc:sldMk cId="462300893" sldId="271"/>
        </pc:sldMkLst>
        <pc:spChg chg="mod">
          <ac:chgData name="Mastronardi L." userId="56690cde-84d7-431d-89f8-e3bc6026d96e" providerId="ADAL" clId="{054991AC-F9B4-854D-9323-DCF51216023E}" dt="2020-03-09T18:02:53.565" v="899" actId="20577"/>
          <ac:spMkLst>
            <pc:docMk/>
            <pc:sldMk cId="462300893" sldId="271"/>
            <ac:spMk id="5" creationId="{00000000-0000-0000-0000-000000000000}"/>
          </ac:spMkLst>
        </pc:spChg>
      </pc:sldChg>
      <pc:sldChg chg="modSp ord">
        <pc:chgData name="Mastronardi L." userId="56690cde-84d7-431d-89f8-e3bc6026d96e" providerId="ADAL" clId="{054991AC-F9B4-854D-9323-DCF51216023E}" dt="2020-03-09T18:27:46.327" v="1234" actId="13926"/>
        <pc:sldMkLst>
          <pc:docMk/>
          <pc:sldMk cId="1955042075" sldId="273"/>
        </pc:sldMkLst>
        <pc:spChg chg="mod">
          <ac:chgData name="Mastronardi L." userId="56690cde-84d7-431d-89f8-e3bc6026d96e" providerId="ADAL" clId="{054991AC-F9B4-854D-9323-DCF51216023E}" dt="2020-03-09T18:27:46.327" v="1234" actId="13926"/>
          <ac:spMkLst>
            <pc:docMk/>
            <pc:sldMk cId="1955042075" sldId="273"/>
            <ac:spMk id="5" creationId="{00000000-0000-0000-0000-000000000000}"/>
          </ac:spMkLst>
        </pc:spChg>
      </pc:sldChg>
      <pc:sldChg chg="ord">
        <pc:chgData name="Mastronardi L." userId="56690cde-84d7-431d-89f8-e3bc6026d96e" providerId="ADAL" clId="{054991AC-F9B4-854D-9323-DCF51216023E}" dt="2020-03-09T18:02:12.874" v="894"/>
        <pc:sldMkLst>
          <pc:docMk/>
          <pc:sldMk cId="338187671" sldId="274"/>
        </pc:sldMkLst>
      </pc:sldChg>
      <pc:sldChg chg="modSp">
        <pc:chgData name="Mastronardi L." userId="56690cde-84d7-431d-89f8-e3bc6026d96e" providerId="ADAL" clId="{054991AC-F9B4-854D-9323-DCF51216023E}" dt="2020-03-09T18:03:05.419" v="900" actId="12"/>
        <pc:sldMkLst>
          <pc:docMk/>
          <pc:sldMk cId="2491672794" sldId="275"/>
        </pc:sldMkLst>
        <pc:spChg chg="mod">
          <ac:chgData name="Mastronardi L." userId="56690cde-84d7-431d-89f8-e3bc6026d96e" providerId="ADAL" clId="{054991AC-F9B4-854D-9323-DCF51216023E}" dt="2020-03-09T18:03:05.419" v="900" actId="12"/>
          <ac:spMkLst>
            <pc:docMk/>
            <pc:sldMk cId="2491672794" sldId="275"/>
            <ac:spMk id="5" creationId="{00000000-0000-0000-0000-000000000000}"/>
          </ac:spMkLst>
        </pc:spChg>
      </pc:sldChg>
      <pc:sldChg chg="addSp delSp modSp">
        <pc:chgData name="Mastronardi L." userId="56690cde-84d7-431d-89f8-e3bc6026d96e" providerId="ADAL" clId="{054991AC-F9B4-854D-9323-DCF51216023E}" dt="2020-03-09T18:25:35.301" v="1233" actId="1076"/>
        <pc:sldMkLst>
          <pc:docMk/>
          <pc:sldMk cId="1801804229" sldId="277"/>
        </pc:sldMkLst>
        <pc:spChg chg="add mod">
          <ac:chgData name="Mastronardi L." userId="56690cde-84d7-431d-89f8-e3bc6026d96e" providerId="ADAL" clId="{054991AC-F9B4-854D-9323-DCF51216023E}" dt="2020-03-09T18:25:35.301" v="1233" actId="1076"/>
          <ac:spMkLst>
            <pc:docMk/>
            <pc:sldMk cId="1801804229" sldId="277"/>
            <ac:spMk id="2" creationId="{34406509-2D8E-AB45-88CA-2E0F29887539}"/>
          </ac:spMkLst>
        </pc:spChg>
        <pc:spChg chg="mod">
          <ac:chgData name="Mastronardi L." userId="56690cde-84d7-431d-89f8-e3bc6026d96e" providerId="ADAL" clId="{054991AC-F9B4-854D-9323-DCF51216023E}" dt="2020-03-09T18:12:46.174" v="965" actId="14100"/>
          <ac:spMkLst>
            <pc:docMk/>
            <pc:sldMk cId="1801804229" sldId="277"/>
            <ac:spMk id="5" creationId="{00000000-0000-0000-0000-000000000000}"/>
          </ac:spMkLst>
        </pc:spChg>
        <pc:spChg chg="mod">
          <ac:chgData name="Mastronardi L." userId="56690cde-84d7-431d-89f8-e3bc6026d96e" providerId="ADAL" clId="{054991AC-F9B4-854D-9323-DCF51216023E}" dt="2020-03-09T18:12:54.878" v="979" actId="1037"/>
          <ac:spMkLst>
            <pc:docMk/>
            <pc:sldMk cId="1801804229" sldId="277"/>
            <ac:spMk id="14" creationId="{AA1C9434-98FB-41F6-B2B5-7676A0FB02CF}"/>
          </ac:spMkLst>
        </pc:spChg>
        <pc:spChg chg="mod">
          <ac:chgData name="Mastronardi L." userId="56690cde-84d7-431d-89f8-e3bc6026d96e" providerId="ADAL" clId="{054991AC-F9B4-854D-9323-DCF51216023E}" dt="2020-03-09T18:12:54.878" v="979" actId="1037"/>
          <ac:spMkLst>
            <pc:docMk/>
            <pc:sldMk cId="1801804229" sldId="277"/>
            <ac:spMk id="15" creationId="{55E686E5-1DCE-464E-9B6F-29EC3F92D1C1}"/>
          </ac:spMkLst>
        </pc:spChg>
        <pc:spChg chg="mod">
          <ac:chgData name="Mastronardi L." userId="56690cde-84d7-431d-89f8-e3bc6026d96e" providerId="ADAL" clId="{054991AC-F9B4-854D-9323-DCF51216023E}" dt="2020-03-09T18:12:54.878" v="979" actId="1037"/>
          <ac:spMkLst>
            <pc:docMk/>
            <pc:sldMk cId="1801804229" sldId="277"/>
            <ac:spMk id="16" creationId="{C2F890AE-541E-4823-9E82-6AF4BCDB513E}"/>
          </ac:spMkLst>
        </pc:spChg>
        <pc:spChg chg="add mod">
          <ac:chgData name="Mastronardi L." userId="56690cde-84d7-431d-89f8-e3bc6026d96e" providerId="ADAL" clId="{054991AC-F9B4-854D-9323-DCF51216023E}" dt="2020-03-09T18:24:34.902" v="1212" actId="1076"/>
          <ac:spMkLst>
            <pc:docMk/>
            <pc:sldMk cId="1801804229" sldId="277"/>
            <ac:spMk id="17" creationId="{BA8284E5-4979-1246-9708-E60D2D299112}"/>
          </ac:spMkLst>
        </pc:spChg>
        <pc:picChg chg="del mod">
          <ac:chgData name="Mastronardi L." userId="56690cde-84d7-431d-89f8-e3bc6026d96e" providerId="ADAL" clId="{054991AC-F9B4-854D-9323-DCF51216023E}" dt="2020-03-09T18:24:31.164" v="1210" actId="478"/>
          <ac:picMkLst>
            <pc:docMk/>
            <pc:sldMk cId="1801804229" sldId="277"/>
            <ac:picMk id="9" creationId="{87EA36E2-132B-4089-906D-96E9BE91C15E}"/>
          </ac:picMkLst>
        </pc:picChg>
        <pc:picChg chg="del mod">
          <ac:chgData name="Mastronardi L." userId="56690cde-84d7-431d-89f8-e3bc6026d96e" providerId="ADAL" clId="{054991AC-F9B4-854D-9323-DCF51216023E}" dt="2020-03-09T18:25:26.174" v="1230" actId="478"/>
          <ac:picMkLst>
            <pc:docMk/>
            <pc:sldMk cId="1801804229" sldId="277"/>
            <ac:picMk id="11" creationId="{701595D7-94FD-4ECE-815B-2DA024D44808}"/>
          </ac:picMkLst>
        </pc:picChg>
        <pc:cxnChg chg="mod">
          <ac:chgData name="Mastronardi L." userId="56690cde-84d7-431d-89f8-e3bc6026d96e" providerId="ADAL" clId="{054991AC-F9B4-854D-9323-DCF51216023E}" dt="2020-03-09T18:12:54.878" v="979" actId="1037"/>
          <ac:cxnSpMkLst>
            <pc:docMk/>
            <pc:sldMk cId="1801804229" sldId="277"/>
            <ac:cxnSpMk id="13" creationId="{1431F5D4-5F62-444B-8AB9-796CF5EABE16}"/>
          </ac:cxnSpMkLst>
        </pc:cxnChg>
      </pc:sldChg>
      <pc:sldChg chg="addSp delSp modSp">
        <pc:chgData name="Mastronardi L." userId="56690cde-84d7-431d-89f8-e3bc6026d96e" providerId="ADAL" clId="{054991AC-F9B4-854D-9323-DCF51216023E}" dt="2020-03-09T18:39:03.470" v="1432" actId="1076"/>
        <pc:sldMkLst>
          <pc:docMk/>
          <pc:sldMk cId="2580817437" sldId="280"/>
        </pc:sldMkLst>
        <pc:spChg chg="mod">
          <ac:chgData name="Mastronardi L." userId="56690cde-84d7-431d-89f8-e3bc6026d96e" providerId="ADAL" clId="{054991AC-F9B4-854D-9323-DCF51216023E}" dt="2020-03-09T18:30:29.822" v="1235" actId="13926"/>
          <ac:spMkLst>
            <pc:docMk/>
            <pc:sldMk cId="2580817437" sldId="280"/>
            <ac:spMk id="5" creationId="{00000000-0000-0000-0000-000000000000}"/>
          </ac:spMkLst>
        </pc:spChg>
        <pc:spChg chg="mod">
          <ac:chgData name="Mastronardi L." userId="56690cde-84d7-431d-89f8-e3bc6026d96e" providerId="ADAL" clId="{054991AC-F9B4-854D-9323-DCF51216023E}" dt="2020-03-09T18:37:00.499" v="1403" actId="1076"/>
          <ac:spMkLst>
            <pc:docMk/>
            <pc:sldMk cId="2580817437" sldId="280"/>
            <ac:spMk id="9" creationId="{00000000-0000-0000-0000-000000000000}"/>
          </ac:spMkLst>
        </pc:spChg>
        <pc:spChg chg="mod">
          <ac:chgData name="Mastronardi L." userId="56690cde-84d7-431d-89f8-e3bc6026d96e" providerId="ADAL" clId="{054991AC-F9B4-854D-9323-DCF51216023E}" dt="2020-03-09T18:32:36.194" v="1281" actId="14100"/>
          <ac:spMkLst>
            <pc:docMk/>
            <pc:sldMk cId="2580817437" sldId="280"/>
            <ac:spMk id="10" creationId="{AC5E630A-1C3A-4934-ACFD-ACFBFF3CEAFE}"/>
          </ac:spMkLst>
        </pc:spChg>
        <pc:spChg chg="add mod">
          <ac:chgData name="Mastronardi L." userId="56690cde-84d7-431d-89f8-e3bc6026d96e" providerId="ADAL" clId="{054991AC-F9B4-854D-9323-DCF51216023E}" dt="2020-03-09T18:34:37.292" v="1308" actId="1076"/>
          <ac:spMkLst>
            <pc:docMk/>
            <pc:sldMk cId="2580817437" sldId="280"/>
            <ac:spMk id="11" creationId="{CE105F97-7DBD-134F-A4A1-ECB871559361}"/>
          </ac:spMkLst>
        </pc:spChg>
        <pc:spChg chg="add mod">
          <ac:chgData name="Mastronardi L." userId="56690cde-84d7-431d-89f8-e3bc6026d96e" providerId="ADAL" clId="{054991AC-F9B4-854D-9323-DCF51216023E}" dt="2020-03-09T18:39:03.470" v="1432" actId="1076"/>
          <ac:spMkLst>
            <pc:docMk/>
            <pc:sldMk cId="2580817437" sldId="280"/>
            <ac:spMk id="12" creationId="{2C5384F6-6D9E-EE4B-A1AC-0186FC0A6810}"/>
          </ac:spMkLst>
        </pc:spChg>
        <pc:spChg chg="mod">
          <ac:chgData name="Mastronardi L." userId="56690cde-84d7-431d-89f8-e3bc6026d96e" providerId="ADAL" clId="{054991AC-F9B4-854D-9323-DCF51216023E}" dt="2020-03-09T18:32:48.881" v="1284" actId="14100"/>
          <ac:spMkLst>
            <pc:docMk/>
            <pc:sldMk cId="2580817437" sldId="280"/>
            <ac:spMk id="17" creationId="{50F6839C-DD82-44D9-9632-3AA4AA7D748B}"/>
          </ac:spMkLst>
        </pc:spChg>
        <pc:spChg chg="mod">
          <ac:chgData name="Mastronardi L." userId="56690cde-84d7-431d-89f8-e3bc6026d96e" providerId="ADAL" clId="{054991AC-F9B4-854D-9323-DCF51216023E}" dt="2020-03-09T18:32:54.746" v="1286" actId="14100"/>
          <ac:spMkLst>
            <pc:docMk/>
            <pc:sldMk cId="2580817437" sldId="280"/>
            <ac:spMk id="18" creationId="{6CAEE12F-5381-44FB-9C08-5E4DB039DF38}"/>
          </ac:spMkLst>
        </pc:spChg>
        <pc:spChg chg="add mod">
          <ac:chgData name="Mastronardi L." userId="56690cde-84d7-431d-89f8-e3bc6026d96e" providerId="ADAL" clId="{054991AC-F9B4-854D-9323-DCF51216023E}" dt="2020-03-09T18:32:27.900" v="1279" actId="167"/>
          <ac:spMkLst>
            <pc:docMk/>
            <pc:sldMk cId="2580817437" sldId="280"/>
            <ac:spMk id="20" creationId="{9AC8EF43-A93D-4442-B080-616F5CD5BD09}"/>
          </ac:spMkLst>
        </pc:spChg>
        <pc:spChg chg="add mod">
          <ac:chgData name="Mastronardi L." userId="56690cde-84d7-431d-89f8-e3bc6026d96e" providerId="ADAL" clId="{054991AC-F9B4-854D-9323-DCF51216023E}" dt="2020-03-09T18:36:57.800" v="1402" actId="1076"/>
          <ac:spMkLst>
            <pc:docMk/>
            <pc:sldMk cId="2580817437" sldId="280"/>
            <ac:spMk id="21" creationId="{FE36D5BC-CE1D-594C-8FF4-3E32991DF630}"/>
          </ac:spMkLst>
        </pc:spChg>
        <pc:picChg chg="del">
          <ac:chgData name="Mastronardi L." userId="56690cde-84d7-431d-89f8-e3bc6026d96e" providerId="ADAL" clId="{054991AC-F9B4-854D-9323-DCF51216023E}" dt="2020-03-09T18:31:21.115" v="1260" actId="478"/>
          <ac:picMkLst>
            <pc:docMk/>
            <pc:sldMk cId="2580817437" sldId="280"/>
            <ac:picMk id="1026" creationId="{00000000-0000-0000-0000-000000000000}"/>
          </ac:picMkLst>
        </pc:picChg>
        <pc:picChg chg="del">
          <ac:chgData name="Mastronardi L." userId="56690cde-84d7-431d-89f8-e3bc6026d96e" providerId="ADAL" clId="{054991AC-F9B4-854D-9323-DCF51216023E}" dt="2020-03-09T18:32:05.206" v="1276" actId="478"/>
          <ac:picMkLst>
            <pc:docMk/>
            <pc:sldMk cId="2580817437" sldId="280"/>
            <ac:picMk id="1028" creationId="{00000000-0000-0000-0000-000000000000}"/>
          </ac:picMkLst>
        </pc:picChg>
        <pc:picChg chg="del">
          <ac:chgData name="Mastronardi L." userId="56690cde-84d7-431d-89f8-e3bc6026d96e" providerId="ADAL" clId="{054991AC-F9B4-854D-9323-DCF51216023E}" dt="2020-03-09T18:35:56.462" v="1347" actId="478"/>
          <ac:picMkLst>
            <pc:docMk/>
            <pc:sldMk cId="2580817437" sldId="280"/>
            <ac:picMk id="1032" creationId="{00000000-0000-0000-0000-000000000000}"/>
          </ac:picMkLst>
        </pc:picChg>
        <pc:picChg chg="del">
          <ac:chgData name="Mastronardi L." userId="56690cde-84d7-431d-89f8-e3bc6026d96e" providerId="ADAL" clId="{054991AC-F9B4-854D-9323-DCF51216023E}" dt="2020-03-09T18:36:55.062" v="1401" actId="478"/>
          <ac:picMkLst>
            <pc:docMk/>
            <pc:sldMk cId="2580817437" sldId="280"/>
            <ac:picMk id="1034" creationId="{00000000-0000-0000-0000-000000000000}"/>
          </ac:picMkLst>
        </pc:picChg>
      </pc:sldChg>
      <pc:sldChg chg="addSp delSp modSp">
        <pc:chgData name="Mastronardi L." userId="56690cde-84d7-431d-89f8-e3bc6026d96e" providerId="ADAL" clId="{054991AC-F9B4-854D-9323-DCF51216023E}" dt="2020-03-09T18:45:55.605" v="1452" actId="1035"/>
        <pc:sldMkLst>
          <pc:docMk/>
          <pc:sldMk cId="3775988471" sldId="281"/>
        </pc:sldMkLst>
        <pc:spChg chg="mod">
          <ac:chgData name="Mastronardi L." userId="56690cde-84d7-431d-89f8-e3bc6026d96e" providerId="ADAL" clId="{054991AC-F9B4-854D-9323-DCF51216023E}" dt="2020-03-09T18:19:33.300" v="1017" actId="20577"/>
          <ac:spMkLst>
            <pc:docMk/>
            <pc:sldMk cId="3775988471" sldId="281"/>
            <ac:spMk id="5" creationId="{00000000-0000-0000-0000-000000000000}"/>
          </ac:spMkLst>
        </pc:spChg>
        <pc:spChg chg="add mod">
          <ac:chgData name="Mastronardi L." userId="56690cde-84d7-431d-89f8-e3bc6026d96e" providerId="ADAL" clId="{054991AC-F9B4-854D-9323-DCF51216023E}" dt="2020-03-09T18:37:12.532" v="1405" actId="1076"/>
          <ac:spMkLst>
            <pc:docMk/>
            <pc:sldMk cId="3775988471" sldId="281"/>
            <ac:spMk id="9" creationId="{D1F36B06-F5F3-3A43-9139-D218D311DB67}"/>
          </ac:spMkLst>
        </pc:spChg>
        <pc:spChg chg="mod">
          <ac:chgData name="Mastronardi L." userId="56690cde-84d7-431d-89f8-e3bc6026d96e" providerId="ADAL" clId="{054991AC-F9B4-854D-9323-DCF51216023E}" dt="2020-03-09T18:39:52.659" v="1446" actId="20577"/>
          <ac:spMkLst>
            <pc:docMk/>
            <pc:sldMk cId="3775988471" sldId="281"/>
            <ac:spMk id="10" creationId="{00000000-0000-0000-0000-000000000000}"/>
          </ac:spMkLst>
        </pc:spChg>
        <pc:spChg chg="del mod">
          <ac:chgData name="Mastronardi L." userId="56690cde-84d7-431d-89f8-e3bc6026d96e" providerId="ADAL" clId="{054991AC-F9B4-854D-9323-DCF51216023E}" dt="2020-03-09T18:24:02.010" v="1206" actId="478"/>
          <ac:spMkLst>
            <pc:docMk/>
            <pc:sldMk cId="3775988471" sldId="281"/>
            <ac:spMk id="11" creationId="{00000000-0000-0000-0000-000000000000}"/>
          </ac:spMkLst>
        </pc:spChg>
        <pc:spChg chg="add del mod">
          <ac:chgData name="Mastronardi L." userId="56690cde-84d7-431d-89f8-e3bc6026d96e" providerId="ADAL" clId="{054991AC-F9B4-854D-9323-DCF51216023E}" dt="2020-03-09T18:38:14.054" v="1417"/>
          <ac:spMkLst>
            <pc:docMk/>
            <pc:sldMk cId="3775988471" sldId="281"/>
            <ac:spMk id="12" creationId="{FA47B6EE-1258-CE49-9C95-0E817A42B585}"/>
          </ac:spMkLst>
        </pc:spChg>
        <pc:spChg chg="add mod">
          <ac:chgData name="Mastronardi L." userId="56690cde-84d7-431d-89f8-e3bc6026d96e" providerId="ADAL" clId="{054991AC-F9B4-854D-9323-DCF51216023E}" dt="2020-03-09T18:38:11.852" v="1415" actId="1076"/>
          <ac:spMkLst>
            <pc:docMk/>
            <pc:sldMk cId="3775988471" sldId="281"/>
            <ac:spMk id="13" creationId="{A926B1AB-3471-F940-9F90-9002E0F4A3E4}"/>
          </ac:spMkLst>
        </pc:spChg>
        <pc:spChg chg="add mod">
          <ac:chgData name="Mastronardi L." userId="56690cde-84d7-431d-89f8-e3bc6026d96e" providerId="ADAL" clId="{054991AC-F9B4-854D-9323-DCF51216023E}" dt="2020-03-09T18:38:21.427" v="1419" actId="1076"/>
          <ac:spMkLst>
            <pc:docMk/>
            <pc:sldMk cId="3775988471" sldId="281"/>
            <ac:spMk id="18" creationId="{985EA1E9-8AC9-9644-9736-3FB7A35FB76E}"/>
          </ac:spMkLst>
        </pc:spChg>
        <pc:spChg chg="add mod">
          <ac:chgData name="Mastronardi L." userId="56690cde-84d7-431d-89f8-e3bc6026d96e" providerId="ADAL" clId="{054991AC-F9B4-854D-9323-DCF51216023E}" dt="2020-03-09T18:25:12.778" v="1229" actId="1076"/>
          <ac:spMkLst>
            <pc:docMk/>
            <pc:sldMk cId="3775988471" sldId="281"/>
            <ac:spMk id="19" creationId="{BC499416-50AF-BC4F-B218-DCE63FAC4E6D}"/>
          </ac:spMkLst>
        </pc:spChg>
        <pc:spChg chg="add mod">
          <ac:chgData name="Mastronardi L." userId="56690cde-84d7-431d-89f8-e3bc6026d96e" providerId="ADAL" clId="{054991AC-F9B4-854D-9323-DCF51216023E}" dt="2020-03-09T18:45:55.605" v="1452" actId="1035"/>
          <ac:spMkLst>
            <pc:docMk/>
            <pc:sldMk cId="3775988471" sldId="281"/>
            <ac:spMk id="21" creationId="{9B2C24FD-A76D-E24F-9F2D-F66DF4C81786}"/>
          </ac:spMkLst>
        </pc:spChg>
        <pc:picChg chg="del">
          <ac:chgData name="Mastronardi L." userId="56690cde-84d7-431d-89f8-e3bc6026d96e" providerId="ADAL" clId="{054991AC-F9B4-854D-9323-DCF51216023E}" dt="2020-03-09T18:37:08.455" v="1404" actId="478"/>
          <ac:picMkLst>
            <pc:docMk/>
            <pc:sldMk cId="3775988471" sldId="281"/>
            <ac:picMk id="2050" creationId="{00000000-0000-0000-0000-000000000000}"/>
          </ac:picMkLst>
        </pc:picChg>
        <pc:picChg chg="del mod">
          <ac:chgData name="Mastronardi L." userId="56690cde-84d7-431d-89f8-e3bc6026d96e" providerId="ADAL" clId="{054991AC-F9B4-854D-9323-DCF51216023E}" dt="2020-03-09T18:24:07.849" v="1208" actId="478"/>
          <ac:picMkLst>
            <pc:docMk/>
            <pc:sldMk cId="3775988471" sldId="281"/>
            <ac:picMk id="2052" creationId="{00000000-0000-0000-0000-000000000000}"/>
          </ac:picMkLst>
        </pc:picChg>
        <pc:picChg chg="del mod">
          <ac:chgData name="Mastronardi L." userId="56690cde-84d7-431d-89f8-e3bc6026d96e" providerId="ADAL" clId="{054991AC-F9B4-854D-9323-DCF51216023E}" dt="2020-03-09T18:24:09.160" v="1209" actId="478"/>
          <ac:picMkLst>
            <pc:docMk/>
            <pc:sldMk cId="3775988471" sldId="281"/>
            <ac:picMk id="2054" creationId="{00000000-0000-0000-0000-000000000000}"/>
          </ac:picMkLst>
        </pc:picChg>
        <pc:picChg chg="del">
          <ac:chgData name="Mastronardi L." userId="56690cde-84d7-431d-89f8-e3bc6026d96e" providerId="ADAL" clId="{054991AC-F9B4-854D-9323-DCF51216023E}" dt="2020-03-09T18:25:09.378" v="1228" actId="478"/>
          <ac:picMkLst>
            <pc:docMk/>
            <pc:sldMk cId="3775988471" sldId="281"/>
            <ac:picMk id="2056" creationId="{00000000-0000-0000-0000-000000000000}"/>
          </ac:picMkLst>
        </pc:picChg>
      </pc:sldChg>
      <pc:sldChg chg="modSp">
        <pc:chgData name="Mastronardi L." userId="56690cde-84d7-431d-89f8-e3bc6026d96e" providerId="ADAL" clId="{054991AC-F9B4-854D-9323-DCF51216023E}" dt="2020-03-09T18:41:14.117" v="1447" actId="20577"/>
        <pc:sldMkLst>
          <pc:docMk/>
          <pc:sldMk cId="377552680" sldId="282"/>
        </pc:sldMkLst>
        <pc:spChg chg="mod">
          <ac:chgData name="Mastronardi L." userId="56690cde-84d7-431d-89f8-e3bc6026d96e" providerId="ADAL" clId="{054991AC-F9B4-854D-9323-DCF51216023E}" dt="2020-03-09T18:41:14.117" v="1447" actId="20577"/>
          <ac:spMkLst>
            <pc:docMk/>
            <pc:sldMk cId="377552680" sldId="282"/>
            <ac:spMk id="5" creationId="{00000000-0000-0000-0000-000000000000}"/>
          </ac:spMkLst>
        </pc:spChg>
      </pc:sldChg>
      <pc:sldChg chg="addSp delSp modSp">
        <pc:chgData name="Mastronardi L." userId="56690cde-84d7-431d-89f8-e3bc6026d96e" providerId="ADAL" clId="{054991AC-F9B4-854D-9323-DCF51216023E}" dt="2020-03-09T18:46:02.546" v="1454" actId="1076"/>
        <pc:sldMkLst>
          <pc:docMk/>
          <pc:sldMk cId="1508242926" sldId="283"/>
        </pc:sldMkLst>
        <pc:spChg chg="add mod">
          <ac:chgData name="Mastronardi L." userId="56690cde-84d7-431d-89f8-e3bc6026d96e" providerId="ADAL" clId="{054991AC-F9B4-854D-9323-DCF51216023E}" dt="2020-03-09T18:17:25.896" v="1013" actId="1076"/>
          <ac:spMkLst>
            <pc:docMk/>
            <pc:sldMk cId="1508242926" sldId="283"/>
            <ac:spMk id="2" creationId="{34FF87F5-B4A8-D148-8943-9BD630860034}"/>
          </ac:spMkLst>
        </pc:spChg>
        <pc:spChg chg="mod">
          <ac:chgData name="Mastronardi L." userId="56690cde-84d7-431d-89f8-e3bc6026d96e" providerId="ADAL" clId="{054991AC-F9B4-854D-9323-DCF51216023E}" dt="2020-03-09T18:42:23.224" v="1448" actId="13926"/>
          <ac:spMkLst>
            <pc:docMk/>
            <pc:sldMk cId="1508242926" sldId="283"/>
            <ac:spMk id="8" creationId="{00000000-0000-0000-0000-000000000000}"/>
          </ac:spMkLst>
        </pc:spChg>
        <pc:spChg chg="mod">
          <ac:chgData name="Mastronardi L." userId="56690cde-84d7-431d-89f8-e3bc6026d96e" providerId="ADAL" clId="{054991AC-F9B4-854D-9323-DCF51216023E}" dt="2020-03-09T18:17:28.740" v="1014" actId="1076"/>
          <ac:spMkLst>
            <pc:docMk/>
            <pc:sldMk cId="1508242926" sldId="283"/>
            <ac:spMk id="9" creationId="{00000000-0000-0000-0000-000000000000}"/>
          </ac:spMkLst>
        </pc:spChg>
        <pc:spChg chg="add mod">
          <ac:chgData name="Mastronardi L." userId="56690cde-84d7-431d-89f8-e3bc6026d96e" providerId="ADAL" clId="{054991AC-F9B4-854D-9323-DCF51216023E}" dt="2020-03-09T18:46:02.546" v="1454" actId="1076"/>
          <ac:spMkLst>
            <pc:docMk/>
            <pc:sldMk cId="1508242926" sldId="283"/>
            <ac:spMk id="12" creationId="{9BDA9E88-028F-6648-9B4D-4F26EB7BB7A7}"/>
          </ac:spMkLst>
        </pc:spChg>
        <pc:picChg chg="del mod">
          <ac:chgData name="Mastronardi L." userId="56690cde-84d7-431d-89f8-e3bc6026d96e" providerId="ADAL" clId="{054991AC-F9B4-854D-9323-DCF51216023E}" dt="2020-03-09T18:18:03.364" v="1016" actId="478"/>
          <ac:picMkLst>
            <pc:docMk/>
            <pc:sldMk cId="1508242926" sldId="283"/>
            <ac:picMk id="3076" creationId="{00000000-0000-0000-0000-000000000000}"/>
          </ac:picMkLst>
        </pc:picChg>
      </pc:sldChg>
      <pc:sldChg chg="addSp modSp">
        <pc:chgData name="Mastronardi L." userId="56690cde-84d7-431d-89f8-e3bc6026d96e" providerId="ADAL" clId="{054991AC-F9B4-854D-9323-DCF51216023E}" dt="2020-03-09T18:46:08.137" v="1456" actId="1076"/>
        <pc:sldMkLst>
          <pc:docMk/>
          <pc:sldMk cId="2387771155" sldId="284"/>
        </pc:sldMkLst>
        <pc:spChg chg="mod">
          <ac:chgData name="Mastronardi L." userId="56690cde-84d7-431d-89f8-e3bc6026d96e" providerId="ADAL" clId="{054991AC-F9B4-854D-9323-DCF51216023E}" dt="2020-03-09T18:16:22.026" v="981" actId="20577"/>
          <ac:spMkLst>
            <pc:docMk/>
            <pc:sldMk cId="2387771155" sldId="284"/>
            <ac:spMk id="2" creationId="{00000000-0000-0000-0000-000000000000}"/>
          </ac:spMkLst>
        </pc:spChg>
        <pc:spChg chg="add mod">
          <ac:chgData name="Mastronardi L." userId="56690cde-84d7-431d-89f8-e3bc6026d96e" providerId="ADAL" clId="{054991AC-F9B4-854D-9323-DCF51216023E}" dt="2020-03-09T18:16:28.926" v="986" actId="20577"/>
          <ac:spMkLst>
            <pc:docMk/>
            <pc:sldMk cId="2387771155" sldId="284"/>
            <ac:spMk id="5" creationId="{D2D39AD3-254B-F047-8A21-682B93957B14}"/>
          </ac:spMkLst>
        </pc:spChg>
        <pc:spChg chg="add mod">
          <ac:chgData name="Mastronardi L." userId="56690cde-84d7-431d-89f8-e3bc6026d96e" providerId="ADAL" clId="{054991AC-F9B4-854D-9323-DCF51216023E}" dt="2020-03-09T18:46:08.137" v="1456" actId="1076"/>
          <ac:spMkLst>
            <pc:docMk/>
            <pc:sldMk cId="2387771155" sldId="284"/>
            <ac:spMk id="10" creationId="{D27F54A6-C592-0742-AAA5-9392097E87FA}"/>
          </ac:spMkLst>
        </pc:spChg>
      </pc:sldChg>
      <pc:sldChg chg="modSp">
        <pc:chgData name="Mastronardi L." userId="56690cde-84d7-431d-89f8-e3bc6026d96e" providerId="ADAL" clId="{054991AC-F9B4-854D-9323-DCF51216023E}" dt="2020-03-09T17:09:30.498" v="582" actId="20577"/>
        <pc:sldMkLst>
          <pc:docMk/>
          <pc:sldMk cId="3532858422" sldId="287"/>
        </pc:sldMkLst>
        <pc:spChg chg="mod">
          <ac:chgData name="Mastronardi L." userId="56690cde-84d7-431d-89f8-e3bc6026d96e" providerId="ADAL" clId="{054991AC-F9B4-854D-9323-DCF51216023E}" dt="2020-03-09T17:09:30.498" v="582" actId="20577"/>
          <ac:spMkLst>
            <pc:docMk/>
            <pc:sldMk cId="3532858422" sldId="287"/>
            <ac:spMk id="5" creationId="{00000000-0000-0000-0000-000000000000}"/>
          </ac:spMkLst>
        </pc:spChg>
      </pc:sldChg>
      <pc:sldChg chg="addSp delSp modSp">
        <pc:chgData name="Mastronardi L." userId="56690cde-84d7-431d-89f8-e3bc6026d96e" providerId="ADAL" clId="{054991AC-F9B4-854D-9323-DCF51216023E}" dt="2020-03-09T17:17:05.828" v="853" actId="1076"/>
        <pc:sldMkLst>
          <pc:docMk/>
          <pc:sldMk cId="3276898060" sldId="288"/>
        </pc:sldMkLst>
        <pc:spChg chg="mod">
          <ac:chgData name="Mastronardi L." userId="56690cde-84d7-431d-89f8-e3bc6026d96e" providerId="ADAL" clId="{054991AC-F9B4-854D-9323-DCF51216023E}" dt="2020-03-09T16:30:43.010" v="330" actId="1076"/>
          <ac:spMkLst>
            <pc:docMk/>
            <pc:sldMk cId="3276898060" sldId="288"/>
            <ac:spMk id="2" creationId="{00000000-0000-0000-0000-000000000000}"/>
          </ac:spMkLst>
        </pc:spChg>
        <pc:spChg chg="mod">
          <ac:chgData name="Mastronardi L." userId="56690cde-84d7-431d-89f8-e3bc6026d96e" providerId="ADAL" clId="{054991AC-F9B4-854D-9323-DCF51216023E}" dt="2020-03-09T17:17:05.828" v="853" actId="1076"/>
          <ac:spMkLst>
            <pc:docMk/>
            <pc:sldMk cId="3276898060" sldId="288"/>
            <ac:spMk id="3" creationId="{00000000-0000-0000-0000-000000000000}"/>
          </ac:spMkLst>
        </pc:spChg>
        <pc:spChg chg="mod">
          <ac:chgData name="Mastronardi L." userId="56690cde-84d7-431d-89f8-e3bc6026d96e" providerId="ADAL" clId="{054991AC-F9B4-854D-9323-DCF51216023E}" dt="2020-03-09T17:16:45.360" v="849" actId="1076"/>
          <ac:spMkLst>
            <pc:docMk/>
            <pc:sldMk cId="3276898060" sldId="288"/>
            <ac:spMk id="5" creationId="{00000000-0000-0000-0000-000000000000}"/>
          </ac:spMkLst>
        </pc:spChg>
        <pc:spChg chg="del mod">
          <ac:chgData name="Mastronardi L." userId="56690cde-84d7-431d-89f8-e3bc6026d96e" providerId="ADAL" clId="{054991AC-F9B4-854D-9323-DCF51216023E}" dt="2020-03-09T17:13:54.567" v="797"/>
          <ac:spMkLst>
            <pc:docMk/>
            <pc:sldMk cId="3276898060" sldId="288"/>
            <ac:spMk id="10" creationId="{00000000-0000-0000-0000-000000000000}"/>
          </ac:spMkLst>
        </pc:spChg>
        <pc:spChg chg="del mod">
          <ac:chgData name="Mastronardi L." userId="56690cde-84d7-431d-89f8-e3bc6026d96e" providerId="ADAL" clId="{054991AC-F9B4-854D-9323-DCF51216023E}" dt="2020-03-09T17:13:55.428" v="799"/>
          <ac:spMkLst>
            <pc:docMk/>
            <pc:sldMk cId="3276898060" sldId="288"/>
            <ac:spMk id="11" creationId="{00000000-0000-0000-0000-000000000000}"/>
          </ac:spMkLst>
        </pc:spChg>
        <pc:spChg chg="add del mod">
          <ac:chgData name="Mastronardi L." userId="56690cde-84d7-431d-89f8-e3bc6026d96e" providerId="ADAL" clId="{054991AC-F9B4-854D-9323-DCF51216023E}" dt="2020-03-09T16:29:39.709" v="304" actId="478"/>
          <ac:spMkLst>
            <pc:docMk/>
            <pc:sldMk cId="3276898060" sldId="288"/>
            <ac:spMk id="12" creationId="{9CEC3427-9F2E-BA4B-8C0C-18FD7A888D85}"/>
          </ac:spMkLst>
        </pc:spChg>
        <pc:spChg chg="add mod">
          <ac:chgData name="Mastronardi L." userId="56690cde-84d7-431d-89f8-e3bc6026d96e" providerId="ADAL" clId="{054991AC-F9B4-854D-9323-DCF51216023E}" dt="2020-03-09T17:16:53.483" v="850" actId="164"/>
          <ac:spMkLst>
            <pc:docMk/>
            <pc:sldMk cId="3276898060" sldId="288"/>
            <ac:spMk id="13" creationId="{A1AFFDAE-6D61-7541-8E31-AC926E91F672}"/>
          </ac:spMkLst>
        </pc:spChg>
        <pc:spChg chg="add mod">
          <ac:chgData name="Mastronardi L." userId="56690cde-84d7-431d-89f8-e3bc6026d96e" providerId="ADAL" clId="{054991AC-F9B4-854D-9323-DCF51216023E}" dt="2020-03-09T17:16:53.483" v="850" actId="164"/>
          <ac:spMkLst>
            <pc:docMk/>
            <pc:sldMk cId="3276898060" sldId="288"/>
            <ac:spMk id="14" creationId="{5CD9090B-6D44-F543-80A8-4A16AF6CBEB5}"/>
          </ac:spMkLst>
        </pc:spChg>
        <pc:spChg chg="add mod">
          <ac:chgData name="Mastronardi L." userId="56690cde-84d7-431d-89f8-e3bc6026d96e" providerId="ADAL" clId="{054991AC-F9B4-854D-9323-DCF51216023E}" dt="2020-03-09T17:16:53.483" v="850" actId="164"/>
          <ac:spMkLst>
            <pc:docMk/>
            <pc:sldMk cId="3276898060" sldId="288"/>
            <ac:spMk id="15" creationId="{C849743E-2DC2-D34D-BF88-3CE61E46F12B}"/>
          </ac:spMkLst>
        </pc:spChg>
        <pc:spChg chg="add mod">
          <ac:chgData name="Mastronardi L." userId="56690cde-84d7-431d-89f8-e3bc6026d96e" providerId="ADAL" clId="{054991AC-F9B4-854D-9323-DCF51216023E}" dt="2020-03-09T17:16:53.483" v="850" actId="164"/>
          <ac:spMkLst>
            <pc:docMk/>
            <pc:sldMk cId="3276898060" sldId="288"/>
            <ac:spMk id="16" creationId="{35298233-EF5A-D642-9A3C-A9924C3F7BD5}"/>
          </ac:spMkLst>
        </pc:spChg>
        <pc:grpChg chg="add mod">
          <ac:chgData name="Mastronardi L." userId="56690cde-84d7-431d-89f8-e3bc6026d96e" providerId="ADAL" clId="{054991AC-F9B4-854D-9323-DCF51216023E}" dt="2020-03-09T17:16:57.410" v="851" actId="1076"/>
          <ac:grpSpMkLst>
            <pc:docMk/>
            <pc:sldMk cId="3276898060" sldId="288"/>
            <ac:grpSpMk id="17" creationId="{83388B17-1355-D64C-AFAE-33A492EA4B7A}"/>
          </ac:grpSpMkLst>
        </pc:grpChg>
      </pc:sldChg>
      <pc:sldChg chg="modSp">
        <pc:chgData name="Mastronardi L." userId="56690cde-84d7-431d-89f8-e3bc6026d96e" providerId="ADAL" clId="{054991AC-F9B4-854D-9323-DCF51216023E}" dt="2020-03-09T17:05:00.285" v="419" actId="5793"/>
        <pc:sldMkLst>
          <pc:docMk/>
          <pc:sldMk cId="1647940650" sldId="289"/>
        </pc:sldMkLst>
        <pc:spChg chg="mod">
          <ac:chgData name="Mastronardi L." userId="56690cde-84d7-431d-89f8-e3bc6026d96e" providerId="ADAL" clId="{054991AC-F9B4-854D-9323-DCF51216023E}" dt="2020-03-09T17:05:00.285" v="419" actId="5793"/>
          <ac:spMkLst>
            <pc:docMk/>
            <pc:sldMk cId="1647940650" sldId="289"/>
            <ac:spMk id="5" creationId="{00000000-0000-0000-0000-000000000000}"/>
          </ac:spMkLst>
        </pc:spChg>
      </pc:sldChg>
      <pc:sldChg chg="addSp modSp">
        <pc:chgData name="Mastronardi L." userId="56690cde-84d7-431d-89f8-e3bc6026d96e" providerId="ADAL" clId="{054991AC-F9B4-854D-9323-DCF51216023E}" dt="2020-03-09T17:07:54.133" v="530" actId="20577"/>
        <pc:sldMkLst>
          <pc:docMk/>
          <pc:sldMk cId="2748217888" sldId="290"/>
        </pc:sldMkLst>
        <pc:spChg chg="add mod">
          <ac:chgData name="Mastronardi L." userId="56690cde-84d7-431d-89f8-e3bc6026d96e" providerId="ADAL" clId="{054991AC-F9B4-854D-9323-DCF51216023E}" dt="2020-03-09T17:07:54.133" v="530" actId="20577"/>
          <ac:spMkLst>
            <pc:docMk/>
            <pc:sldMk cId="2748217888" sldId="290"/>
            <ac:spMk id="2" creationId="{828C1A40-FEC4-1F4A-AC32-14CA0FEC0852}"/>
          </ac:spMkLst>
        </pc:spChg>
        <pc:spChg chg="mod">
          <ac:chgData name="Mastronardi L." userId="56690cde-84d7-431d-89f8-e3bc6026d96e" providerId="ADAL" clId="{054991AC-F9B4-854D-9323-DCF51216023E}" dt="2020-03-09T17:07:28.924" v="522" actId="20577"/>
          <ac:spMkLst>
            <pc:docMk/>
            <pc:sldMk cId="2748217888" sldId="290"/>
            <ac:spMk id="7" creationId="{00000000-0000-0000-0000-000000000000}"/>
          </ac:spMkLst>
        </pc:spChg>
        <pc:grpChg chg="mod">
          <ac:chgData name="Mastronardi L." userId="56690cde-84d7-431d-89f8-e3bc6026d96e" providerId="ADAL" clId="{054991AC-F9B4-854D-9323-DCF51216023E}" dt="2020-03-09T17:07:42.710" v="528" actId="14100"/>
          <ac:grpSpMkLst>
            <pc:docMk/>
            <pc:sldMk cId="2748217888" sldId="290"/>
            <ac:grpSpMk id="5" creationId="{00000000-0000-0000-0000-000000000000}"/>
          </ac:grpSpMkLst>
        </pc:grpChg>
      </pc:sldChg>
      <pc:sldChg chg="modSp">
        <pc:chgData name="Mastronardi L." userId="56690cde-84d7-431d-89f8-e3bc6026d96e" providerId="ADAL" clId="{054991AC-F9B4-854D-9323-DCF51216023E}" dt="2020-03-09T17:08:42.688" v="536" actId="20577"/>
        <pc:sldMkLst>
          <pc:docMk/>
          <pc:sldMk cId="1931364292" sldId="291"/>
        </pc:sldMkLst>
        <pc:spChg chg="mod">
          <ac:chgData name="Mastronardi L." userId="56690cde-84d7-431d-89f8-e3bc6026d96e" providerId="ADAL" clId="{054991AC-F9B4-854D-9323-DCF51216023E}" dt="2020-03-09T17:08:42.688" v="536" actId="20577"/>
          <ac:spMkLst>
            <pc:docMk/>
            <pc:sldMk cId="1931364292" sldId="291"/>
            <ac:spMk id="7" creationId="{00000000-0000-0000-0000-000000000000}"/>
          </ac:spMkLst>
        </pc:spChg>
      </pc:sldChg>
      <pc:sldChg chg="delSp">
        <pc:chgData name="Mastronardi L." userId="56690cde-84d7-431d-89f8-e3bc6026d96e" providerId="ADAL" clId="{054991AC-F9B4-854D-9323-DCF51216023E}" dt="2020-03-09T18:47:14.297" v="1457" actId="478"/>
        <pc:sldMkLst>
          <pc:docMk/>
          <pc:sldMk cId="3992700947" sldId="295"/>
        </pc:sldMkLst>
        <pc:graphicFrameChg chg="del">
          <ac:chgData name="Mastronardi L." userId="56690cde-84d7-431d-89f8-e3bc6026d96e" providerId="ADAL" clId="{054991AC-F9B4-854D-9323-DCF51216023E}" dt="2020-03-09T18:47:14.297" v="1457" actId="478"/>
          <ac:graphicFrameMkLst>
            <pc:docMk/>
            <pc:sldMk cId="3992700947" sldId="295"/>
            <ac:graphicFrameMk id="4" creationId="{00000000-0000-0000-0000-000000000000}"/>
          </ac:graphicFrameMkLst>
        </pc:graphicFrameChg>
      </pc:sldChg>
    </pc:docChg>
  </pc:docChgLst>
  <pc:docChgLst>
    <pc:chgData name="Mastronardi L." userId="56690cde-84d7-431d-89f8-e3bc6026d96e" providerId="ADAL" clId="{6D5871D4-2543-4EFE-8925-D9EE9E63C498}"/>
    <pc:docChg chg="undo custSel addSld modSld sldOrd">
      <pc:chgData name="Mastronardi L." userId="56690cde-84d7-431d-89f8-e3bc6026d96e" providerId="ADAL" clId="{6D5871D4-2543-4EFE-8925-D9EE9E63C498}" dt="2020-03-05T15:41:44.773" v="574" actId="13926"/>
      <pc:docMkLst>
        <pc:docMk/>
      </pc:docMkLst>
      <pc:sldChg chg="addSp delSp modSp">
        <pc:chgData name="Mastronardi L." userId="56690cde-84d7-431d-89f8-e3bc6026d96e" providerId="ADAL" clId="{6D5871D4-2543-4EFE-8925-D9EE9E63C498}" dt="2020-03-05T15:23:24.638" v="213" actId="478"/>
        <pc:sldMkLst>
          <pc:docMk/>
          <pc:sldMk cId="1801804229" sldId="277"/>
        </pc:sldMkLst>
        <pc:spChg chg="mod">
          <ac:chgData name="Mastronardi L." userId="56690cde-84d7-431d-89f8-e3bc6026d96e" providerId="ADAL" clId="{6D5871D4-2543-4EFE-8925-D9EE9E63C498}" dt="2020-03-05T15:22:44.423" v="212" actId="20577"/>
          <ac:spMkLst>
            <pc:docMk/>
            <pc:sldMk cId="1801804229" sldId="277"/>
            <ac:spMk id="5" creationId="{00000000-0000-0000-0000-000000000000}"/>
          </ac:spMkLst>
        </pc:spChg>
        <pc:spChg chg="add mod">
          <ac:chgData name="Mastronardi L." userId="56690cde-84d7-431d-89f8-e3bc6026d96e" providerId="ADAL" clId="{6D5871D4-2543-4EFE-8925-D9EE9E63C498}" dt="2020-03-05T15:15:32.357" v="155" actId="1076"/>
          <ac:spMkLst>
            <pc:docMk/>
            <pc:sldMk cId="1801804229" sldId="277"/>
            <ac:spMk id="14" creationId="{AA1C9434-98FB-41F6-B2B5-7676A0FB02CF}"/>
          </ac:spMkLst>
        </pc:spChg>
        <pc:spChg chg="add mod">
          <ac:chgData name="Mastronardi L." userId="56690cde-84d7-431d-89f8-e3bc6026d96e" providerId="ADAL" clId="{6D5871D4-2543-4EFE-8925-D9EE9E63C498}" dt="2020-03-05T15:15:23.365" v="152" actId="11529"/>
          <ac:spMkLst>
            <pc:docMk/>
            <pc:sldMk cId="1801804229" sldId="277"/>
            <ac:spMk id="15" creationId="{55E686E5-1DCE-464E-9B6F-29EC3F92D1C1}"/>
          </ac:spMkLst>
        </pc:spChg>
        <pc:spChg chg="add mod">
          <ac:chgData name="Mastronardi L." userId="56690cde-84d7-431d-89f8-e3bc6026d96e" providerId="ADAL" clId="{6D5871D4-2543-4EFE-8925-D9EE9E63C498}" dt="2020-03-05T15:15:26.902" v="154" actId="1076"/>
          <ac:spMkLst>
            <pc:docMk/>
            <pc:sldMk cId="1801804229" sldId="277"/>
            <ac:spMk id="16" creationId="{C2F890AE-541E-4823-9E82-6AF4BCDB513E}"/>
          </ac:spMkLst>
        </pc:spChg>
        <pc:spChg chg="add del mod">
          <ac:chgData name="Mastronardi L." userId="56690cde-84d7-431d-89f8-e3bc6026d96e" providerId="ADAL" clId="{6D5871D4-2543-4EFE-8925-D9EE9E63C498}" dt="2020-03-05T15:23:24.638" v="213" actId="478"/>
          <ac:spMkLst>
            <pc:docMk/>
            <pc:sldMk cId="1801804229" sldId="277"/>
            <ac:spMk id="18" creationId="{EEEE89D2-6A79-4E6B-82A1-2400685EE390}"/>
          </ac:spMkLst>
        </pc:spChg>
        <pc:picChg chg="mod">
          <ac:chgData name="Mastronardi L." userId="56690cde-84d7-431d-89f8-e3bc6026d96e" providerId="ADAL" clId="{6D5871D4-2543-4EFE-8925-D9EE9E63C498}" dt="2020-03-05T15:12:27.088" v="103" actId="1076"/>
          <ac:picMkLst>
            <pc:docMk/>
            <pc:sldMk cId="1801804229" sldId="277"/>
            <ac:picMk id="8" creationId="{00000000-0000-0000-0000-000000000000}"/>
          </ac:picMkLst>
        </pc:picChg>
        <pc:picChg chg="add mod">
          <ac:chgData name="Mastronardi L." userId="56690cde-84d7-431d-89f8-e3bc6026d96e" providerId="ADAL" clId="{6D5871D4-2543-4EFE-8925-D9EE9E63C498}" dt="2020-03-05T15:14:49.781" v="150" actId="1076"/>
          <ac:picMkLst>
            <pc:docMk/>
            <pc:sldMk cId="1801804229" sldId="277"/>
            <ac:picMk id="9" creationId="{87EA36E2-132B-4089-906D-96E9BE91C15E}"/>
          </ac:picMkLst>
        </pc:picChg>
        <pc:picChg chg="add mod">
          <ac:chgData name="Mastronardi L." userId="56690cde-84d7-431d-89f8-e3bc6026d96e" providerId="ADAL" clId="{6D5871D4-2543-4EFE-8925-D9EE9E63C498}" dt="2020-03-05T15:14:56.061" v="151" actId="1076"/>
          <ac:picMkLst>
            <pc:docMk/>
            <pc:sldMk cId="1801804229" sldId="277"/>
            <ac:picMk id="11" creationId="{701595D7-94FD-4ECE-815B-2DA024D44808}"/>
          </ac:picMkLst>
        </pc:picChg>
        <pc:cxnChg chg="add del mod">
          <ac:chgData name="Mastronardi L." userId="56690cde-84d7-431d-89f8-e3bc6026d96e" providerId="ADAL" clId="{6D5871D4-2543-4EFE-8925-D9EE9E63C498}" dt="2020-03-05T15:12:32.360" v="105" actId="478"/>
          <ac:cxnSpMkLst>
            <pc:docMk/>
            <pc:sldMk cId="1801804229" sldId="277"/>
            <ac:cxnSpMk id="3" creationId="{5B72CC2E-2A36-4C93-8F59-2A33038F3D56}"/>
          </ac:cxnSpMkLst>
        </pc:cxnChg>
        <pc:cxnChg chg="add mod">
          <ac:chgData name="Mastronardi L." userId="56690cde-84d7-431d-89f8-e3bc6026d96e" providerId="ADAL" clId="{6D5871D4-2543-4EFE-8925-D9EE9E63C498}" dt="2020-03-05T15:16:35.715" v="156" actId="14100"/>
          <ac:cxnSpMkLst>
            <pc:docMk/>
            <pc:sldMk cId="1801804229" sldId="277"/>
            <ac:cxnSpMk id="13" creationId="{1431F5D4-5F62-444B-8AB9-796CF5EABE16}"/>
          </ac:cxnSpMkLst>
        </pc:cxnChg>
      </pc:sldChg>
      <pc:sldChg chg="addSp delSp modSp ord">
        <pc:chgData name="Mastronardi L." userId="56690cde-84d7-431d-89f8-e3bc6026d96e" providerId="ADAL" clId="{6D5871D4-2543-4EFE-8925-D9EE9E63C498}" dt="2020-03-05T15:39:26.975" v="569" actId="478"/>
        <pc:sldMkLst>
          <pc:docMk/>
          <pc:sldMk cId="1550102525" sldId="279"/>
        </pc:sldMkLst>
        <pc:spChg chg="add mod">
          <ac:chgData name="Mastronardi L." userId="56690cde-84d7-431d-89f8-e3bc6026d96e" providerId="ADAL" clId="{6D5871D4-2543-4EFE-8925-D9EE9E63C498}" dt="2020-03-05T15:37:32.143" v="537" actId="1076"/>
          <ac:spMkLst>
            <pc:docMk/>
            <pc:sldMk cId="1550102525" sldId="279"/>
            <ac:spMk id="3" creationId="{087674F2-FF90-4F56-AC51-8A3873F6C448}"/>
          </ac:spMkLst>
        </pc:spChg>
        <pc:spChg chg="del mod">
          <ac:chgData name="Mastronardi L." userId="56690cde-84d7-431d-89f8-e3bc6026d96e" providerId="ADAL" clId="{6D5871D4-2543-4EFE-8925-D9EE9E63C498}" dt="2020-03-05T15:35:26.582" v="489" actId="478"/>
          <ac:spMkLst>
            <pc:docMk/>
            <pc:sldMk cId="1550102525" sldId="279"/>
            <ac:spMk id="5" creationId="{00000000-0000-0000-0000-000000000000}"/>
          </ac:spMkLst>
        </pc:spChg>
        <pc:spChg chg="mod">
          <ac:chgData name="Mastronardi L." userId="56690cde-84d7-431d-89f8-e3bc6026d96e" providerId="ADAL" clId="{6D5871D4-2543-4EFE-8925-D9EE9E63C498}" dt="2020-03-05T15:31:33.406" v="385" actId="20577"/>
          <ac:spMkLst>
            <pc:docMk/>
            <pc:sldMk cId="1550102525" sldId="279"/>
            <ac:spMk id="7" creationId="{00000000-0000-0000-0000-000000000000}"/>
          </ac:spMkLst>
        </pc:spChg>
        <pc:spChg chg="add del mod">
          <ac:chgData name="Mastronardi L." userId="56690cde-84d7-431d-89f8-e3bc6026d96e" providerId="ADAL" clId="{6D5871D4-2543-4EFE-8925-D9EE9E63C498}" dt="2020-03-05T15:35:11.923" v="478" actId="478"/>
          <ac:spMkLst>
            <pc:docMk/>
            <pc:sldMk cId="1550102525" sldId="279"/>
            <ac:spMk id="9" creationId="{F12F2F66-C74C-4305-9A66-245058981E1B}"/>
          </ac:spMkLst>
        </pc:spChg>
        <pc:spChg chg="add del">
          <ac:chgData name="Mastronardi L." userId="56690cde-84d7-431d-89f8-e3bc6026d96e" providerId="ADAL" clId="{6D5871D4-2543-4EFE-8925-D9EE9E63C498}" dt="2020-03-05T15:33:35.060" v="398" actId="478"/>
          <ac:spMkLst>
            <pc:docMk/>
            <pc:sldMk cId="1550102525" sldId="279"/>
            <ac:spMk id="10" creationId="{121043FE-6131-4B78-90B7-68E1351F4BDE}"/>
          </ac:spMkLst>
        </pc:spChg>
        <pc:spChg chg="add del mod">
          <ac:chgData name="Mastronardi L." userId="56690cde-84d7-431d-89f8-e3bc6026d96e" providerId="ADAL" clId="{6D5871D4-2543-4EFE-8925-D9EE9E63C498}" dt="2020-03-05T15:39:26.975" v="569" actId="478"/>
          <ac:spMkLst>
            <pc:docMk/>
            <pc:sldMk cId="1550102525" sldId="279"/>
            <ac:spMk id="11" creationId="{4ABDD931-0EC5-4904-9D9E-A51E87E43383}"/>
          </ac:spMkLst>
        </pc:spChg>
        <pc:spChg chg="add del mod">
          <ac:chgData name="Mastronardi L." userId="56690cde-84d7-431d-89f8-e3bc6026d96e" providerId="ADAL" clId="{6D5871D4-2543-4EFE-8925-D9EE9E63C498}" dt="2020-03-05T15:35:29.115" v="490" actId="478"/>
          <ac:spMkLst>
            <pc:docMk/>
            <pc:sldMk cId="1550102525" sldId="279"/>
            <ac:spMk id="14" creationId="{CF746EC4-A106-4478-A1FB-C84404F5301C}"/>
          </ac:spMkLst>
        </pc:spChg>
        <pc:spChg chg="add mod">
          <ac:chgData name="Mastronardi L." userId="56690cde-84d7-431d-89f8-e3bc6026d96e" providerId="ADAL" clId="{6D5871D4-2543-4EFE-8925-D9EE9E63C498}" dt="2020-03-05T15:39:10.951" v="568" actId="1035"/>
          <ac:spMkLst>
            <pc:docMk/>
            <pc:sldMk cId="1550102525" sldId="279"/>
            <ac:spMk id="15" creationId="{53E58CF5-B25F-4B97-B53F-3B9C5F6487FD}"/>
          </ac:spMkLst>
        </pc:spChg>
        <pc:spChg chg="add mod">
          <ac:chgData name="Mastronardi L." userId="56690cde-84d7-431d-89f8-e3bc6026d96e" providerId="ADAL" clId="{6D5871D4-2543-4EFE-8925-D9EE9E63C498}" dt="2020-03-05T15:39:10.951" v="568" actId="1035"/>
          <ac:spMkLst>
            <pc:docMk/>
            <pc:sldMk cId="1550102525" sldId="279"/>
            <ac:spMk id="16" creationId="{0AF4CAF3-76A1-475F-96EA-ECD2ABD9B1B4}"/>
          </ac:spMkLst>
        </pc:spChg>
        <pc:spChg chg="add mod">
          <ac:chgData name="Mastronardi L." userId="56690cde-84d7-431d-89f8-e3bc6026d96e" providerId="ADAL" clId="{6D5871D4-2543-4EFE-8925-D9EE9E63C498}" dt="2020-03-05T15:39:10.951" v="568" actId="1035"/>
          <ac:spMkLst>
            <pc:docMk/>
            <pc:sldMk cId="1550102525" sldId="279"/>
            <ac:spMk id="17" creationId="{D582DBC5-5AB8-4372-9274-097F9A397B4B}"/>
          </ac:spMkLst>
        </pc:spChg>
        <pc:graphicFrameChg chg="add mod modGraphic">
          <ac:chgData name="Mastronardi L." userId="56690cde-84d7-431d-89f8-e3bc6026d96e" providerId="ADAL" clId="{6D5871D4-2543-4EFE-8925-D9EE9E63C498}" dt="2020-03-05T15:37:24.935" v="534" actId="1076"/>
          <ac:graphicFrameMkLst>
            <pc:docMk/>
            <pc:sldMk cId="1550102525" sldId="279"/>
            <ac:graphicFrameMk id="12" creationId="{A9D6B1B4-4907-4312-AC20-1E031063D1A8}"/>
          </ac:graphicFrameMkLst>
        </pc:graphicFrameChg>
        <pc:picChg chg="mod">
          <ac:chgData name="Mastronardi L." userId="56690cde-84d7-431d-89f8-e3bc6026d96e" providerId="ADAL" clId="{6D5871D4-2543-4EFE-8925-D9EE9E63C498}" dt="2020-03-05T15:26:34.082" v="259" actId="1076"/>
          <ac:picMkLst>
            <pc:docMk/>
            <pc:sldMk cId="1550102525" sldId="279"/>
            <ac:picMk id="2" creationId="{00000000-0000-0000-0000-000000000000}"/>
          </ac:picMkLst>
        </pc:picChg>
        <pc:picChg chg="add mod">
          <ac:chgData name="Mastronardi L." userId="56690cde-84d7-431d-89f8-e3bc6026d96e" providerId="ADAL" clId="{6D5871D4-2543-4EFE-8925-D9EE9E63C498}" dt="2020-03-05T15:26:31.978" v="258" actId="1076"/>
          <ac:picMkLst>
            <pc:docMk/>
            <pc:sldMk cId="1550102525" sldId="279"/>
            <ac:picMk id="8" creationId="{FFE1EB7B-B4D6-4C2F-B0B8-75F8153028E9}"/>
          </ac:picMkLst>
        </pc:picChg>
      </pc:sldChg>
      <pc:sldChg chg="addSp modSp">
        <pc:chgData name="Mastronardi L." userId="56690cde-84d7-431d-89f8-e3bc6026d96e" providerId="ADAL" clId="{6D5871D4-2543-4EFE-8925-D9EE9E63C498}" dt="2020-03-05T15:04:22.167" v="88" actId="1037"/>
        <pc:sldMkLst>
          <pc:docMk/>
          <pc:sldMk cId="2580817437" sldId="280"/>
        </pc:sldMkLst>
        <pc:spChg chg="add mod">
          <ac:chgData name="Mastronardi L." userId="56690cde-84d7-431d-89f8-e3bc6026d96e" providerId="ADAL" clId="{6D5871D4-2543-4EFE-8925-D9EE9E63C498}" dt="2020-03-05T15:02:38.599" v="54"/>
          <ac:spMkLst>
            <pc:docMk/>
            <pc:sldMk cId="2580817437" sldId="280"/>
            <ac:spMk id="2" creationId="{F85B10D0-5A3E-4591-8905-3C41B4D4FAC2}"/>
          </ac:spMkLst>
        </pc:spChg>
        <pc:spChg chg="add mod">
          <ac:chgData name="Mastronardi L." userId="56690cde-84d7-431d-89f8-e3bc6026d96e" providerId="ADAL" clId="{6D5871D4-2543-4EFE-8925-D9EE9E63C498}" dt="2020-03-05T15:03:01.452" v="60" actId="207"/>
          <ac:spMkLst>
            <pc:docMk/>
            <pc:sldMk cId="2580817437" sldId="280"/>
            <ac:spMk id="3" creationId="{A5F8F76C-D02C-4CCA-9B28-08C2BC0E28A4}"/>
          </ac:spMkLst>
        </pc:spChg>
        <pc:spChg chg="mod">
          <ac:chgData name="Mastronardi L." userId="56690cde-84d7-431d-89f8-e3bc6026d96e" providerId="ADAL" clId="{6D5871D4-2543-4EFE-8925-D9EE9E63C498}" dt="2020-03-05T15:02:06.729" v="51" actId="20577"/>
          <ac:spMkLst>
            <pc:docMk/>
            <pc:sldMk cId="2580817437" sldId="280"/>
            <ac:spMk id="5" creationId="{00000000-0000-0000-0000-000000000000}"/>
          </ac:spMkLst>
        </pc:spChg>
        <pc:spChg chg="mod">
          <ac:chgData name="Mastronardi L." userId="56690cde-84d7-431d-89f8-e3bc6026d96e" providerId="ADAL" clId="{6D5871D4-2543-4EFE-8925-D9EE9E63C498}" dt="2020-03-05T15:01:47.465" v="41" actId="20577"/>
          <ac:spMkLst>
            <pc:docMk/>
            <pc:sldMk cId="2580817437" sldId="280"/>
            <ac:spMk id="8" creationId="{00000000-0000-0000-0000-000000000000}"/>
          </ac:spMkLst>
        </pc:spChg>
        <pc:spChg chg="mod">
          <ac:chgData name="Mastronardi L." userId="56690cde-84d7-431d-89f8-e3bc6026d96e" providerId="ADAL" clId="{6D5871D4-2543-4EFE-8925-D9EE9E63C498}" dt="2020-03-05T15:01:37.090" v="37" actId="20577"/>
          <ac:spMkLst>
            <pc:docMk/>
            <pc:sldMk cId="2580817437" sldId="280"/>
            <ac:spMk id="9" creationId="{00000000-0000-0000-0000-000000000000}"/>
          </ac:spMkLst>
        </pc:spChg>
        <pc:spChg chg="add mod">
          <ac:chgData name="Mastronardi L." userId="56690cde-84d7-431d-89f8-e3bc6026d96e" providerId="ADAL" clId="{6D5871D4-2543-4EFE-8925-D9EE9E63C498}" dt="2020-03-05T15:04:15.197" v="83" actId="14100"/>
          <ac:spMkLst>
            <pc:docMk/>
            <pc:sldMk cId="2580817437" sldId="280"/>
            <ac:spMk id="10" creationId="{AC5E630A-1C3A-4934-ACFD-ACFBFF3CEAFE}"/>
          </ac:spMkLst>
        </pc:spChg>
        <pc:spChg chg="add mod">
          <ac:chgData name="Mastronardi L." userId="56690cde-84d7-431d-89f8-e3bc6026d96e" providerId="ADAL" clId="{6D5871D4-2543-4EFE-8925-D9EE9E63C498}" dt="2020-03-05T15:03:18.504" v="70" actId="1038"/>
          <ac:spMkLst>
            <pc:docMk/>
            <pc:sldMk cId="2580817437" sldId="280"/>
            <ac:spMk id="15" creationId="{8E0B2A9C-B095-4088-8CC0-8D0C6CD8789F}"/>
          </ac:spMkLst>
        </pc:spChg>
        <pc:spChg chg="add mod">
          <ac:chgData name="Mastronardi L." userId="56690cde-84d7-431d-89f8-e3bc6026d96e" providerId="ADAL" clId="{6D5871D4-2543-4EFE-8925-D9EE9E63C498}" dt="2020-03-05T15:04:12.254" v="82" actId="14100"/>
          <ac:spMkLst>
            <pc:docMk/>
            <pc:sldMk cId="2580817437" sldId="280"/>
            <ac:spMk id="17" creationId="{50F6839C-DD82-44D9-9632-3AA4AA7D748B}"/>
          </ac:spMkLst>
        </pc:spChg>
        <pc:spChg chg="add mod">
          <ac:chgData name="Mastronardi L." userId="56690cde-84d7-431d-89f8-e3bc6026d96e" providerId="ADAL" clId="{6D5871D4-2543-4EFE-8925-D9EE9E63C498}" dt="2020-03-05T15:04:22.167" v="88" actId="1037"/>
          <ac:spMkLst>
            <pc:docMk/>
            <pc:sldMk cId="2580817437" sldId="280"/>
            <ac:spMk id="18" creationId="{6CAEE12F-5381-44FB-9C08-5E4DB039DF38}"/>
          </ac:spMkLst>
        </pc:spChg>
        <pc:picChg chg="mod">
          <ac:chgData name="Mastronardi L." userId="56690cde-84d7-431d-89f8-e3bc6026d96e" providerId="ADAL" clId="{6D5871D4-2543-4EFE-8925-D9EE9E63C498}" dt="2020-03-05T15:01:04.634" v="29" actId="1036"/>
          <ac:picMkLst>
            <pc:docMk/>
            <pc:sldMk cId="2580817437" sldId="280"/>
            <ac:picMk id="1028" creationId="{00000000-0000-0000-0000-000000000000}"/>
          </ac:picMkLst>
        </pc:picChg>
        <pc:picChg chg="mod">
          <ac:chgData name="Mastronardi L." userId="56690cde-84d7-431d-89f8-e3bc6026d96e" providerId="ADAL" clId="{6D5871D4-2543-4EFE-8925-D9EE9E63C498}" dt="2020-03-05T15:01:01.134" v="20" actId="1036"/>
          <ac:picMkLst>
            <pc:docMk/>
            <pc:sldMk cId="2580817437" sldId="280"/>
            <ac:picMk id="1032" creationId="{00000000-0000-0000-0000-000000000000}"/>
          </ac:picMkLst>
        </pc:picChg>
        <pc:picChg chg="mod">
          <ac:chgData name="Mastronardi L." userId="56690cde-84d7-431d-89f8-e3bc6026d96e" providerId="ADAL" clId="{6D5871D4-2543-4EFE-8925-D9EE9E63C498}" dt="2020-03-05T15:01:01.134" v="20" actId="1036"/>
          <ac:picMkLst>
            <pc:docMk/>
            <pc:sldMk cId="2580817437" sldId="280"/>
            <ac:picMk id="1034" creationId="{00000000-0000-0000-0000-000000000000}"/>
          </ac:picMkLst>
        </pc:picChg>
      </pc:sldChg>
      <pc:sldChg chg="modSp">
        <pc:chgData name="Mastronardi L." userId="56690cde-84d7-431d-89f8-e3bc6026d96e" providerId="ADAL" clId="{6D5871D4-2543-4EFE-8925-D9EE9E63C498}" dt="2020-03-05T15:41:44.773" v="574" actId="13926"/>
        <pc:sldMkLst>
          <pc:docMk/>
          <pc:sldMk cId="377552680" sldId="282"/>
        </pc:sldMkLst>
        <pc:spChg chg="mod">
          <ac:chgData name="Mastronardi L." userId="56690cde-84d7-431d-89f8-e3bc6026d96e" providerId="ADAL" clId="{6D5871D4-2543-4EFE-8925-D9EE9E63C498}" dt="2020-03-05T15:41:44.773" v="574" actId="13926"/>
          <ac:spMkLst>
            <pc:docMk/>
            <pc:sldMk cId="377552680" sldId="282"/>
            <ac:spMk id="5" creationId="{00000000-0000-0000-0000-000000000000}"/>
          </ac:spMkLst>
        </pc:spChg>
      </pc:sldChg>
      <pc:sldChg chg="modSp">
        <pc:chgData name="Mastronardi L." userId="56690cde-84d7-431d-89f8-e3bc6026d96e" providerId="ADAL" clId="{6D5871D4-2543-4EFE-8925-D9EE9E63C498}" dt="2020-03-05T15:24:06.581" v="215" actId="13926"/>
        <pc:sldMkLst>
          <pc:docMk/>
          <pc:sldMk cId="1508242926" sldId="283"/>
        </pc:sldMkLst>
        <pc:spChg chg="mod">
          <ac:chgData name="Mastronardi L." userId="56690cde-84d7-431d-89f8-e3bc6026d96e" providerId="ADAL" clId="{6D5871D4-2543-4EFE-8925-D9EE9E63C498}" dt="2020-03-05T15:24:06.581" v="215" actId="13926"/>
          <ac:spMkLst>
            <pc:docMk/>
            <pc:sldMk cId="1508242926" sldId="283"/>
            <ac:spMk id="3" creationId="{00000000-0000-0000-0000-000000000000}"/>
          </ac:spMkLst>
        </pc:spChg>
      </pc:sldChg>
      <pc:sldChg chg="modSp ord">
        <pc:chgData name="Mastronardi L." userId="56690cde-84d7-431d-89f8-e3bc6026d96e" providerId="ADAL" clId="{6D5871D4-2543-4EFE-8925-D9EE9E63C498}" dt="2020-03-05T15:40:31.078" v="573" actId="13926"/>
        <pc:sldMkLst>
          <pc:docMk/>
          <pc:sldMk cId="823106258" sldId="285"/>
        </pc:sldMkLst>
        <pc:spChg chg="mod">
          <ac:chgData name="Mastronardi L." userId="56690cde-84d7-431d-89f8-e3bc6026d96e" providerId="ADAL" clId="{6D5871D4-2543-4EFE-8925-D9EE9E63C498}" dt="2020-03-05T15:40:31.078" v="573" actId="13926"/>
          <ac:spMkLst>
            <pc:docMk/>
            <pc:sldMk cId="823106258" sldId="285"/>
            <ac:spMk id="5" creationId="{00000000-0000-0000-0000-000000000000}"/>
          </ac:spMkLst>
        </pc:spChg>
      </pc:sldChg>
      <pc:sldChg chg="modSp add">
        <pc:chgData name="Mastronardi L." userId="56690cde-84d7-431d-89f8-e3bc6026d96e" providerId="ADAL" clId="{6D5871D4-2543-4EFE-8925-D9EE9E63C498}" dt="2020-03-05T15:31:14.065" v="383"/>
        <pc:sldMkLst>
          <pc:docMk/>
          <pc:sldMk cId="1287802308" sldId="296"/>
        </pc:sldMkLst>
        <pc:spChg chg="mod">
          <ac:chgData name="Mastronardi L." userId="56690cde-84d7-431d-89f8-e3bc6026d96e" providerId="ADAL" clId="{6D5871D4-2543-4EFE-8925-D9EE9E63C498}" dt="2020-03-05T15:31:14.065" v="383"/>
          <ac:spMkLst>
            <pc:docMk/>
            <pc:sldMk cId="1287802308" sldId="296"/>
            <ac:spMk id="7"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80000019_92EB42EC.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0"/>
    </c:view3D>
    <c:floor>
      <c:thickness val="0"/>
    </c:floor>
    <c:sideWall>
      <c:thickness val="0"/>
    </c:sideWall>
    <c:backWall>
      <c:thickness val="0"/>
    </c:backWall>
    <c:plotArea>
      <c:layout/>
      <c:bar3DChart>
        <c:barDir val="col"/>
        <c:grouping val="standard"/>
        <c:varyColors val="0"/>
        <c:ser>
          <c:idx val="0"/>
          <c:order val="0"/>
          <c:tx>
            <c:strRef>
              <c:f>Sheet1!$B$1</c:f>
              <c:strCache>
                <c:ptCount val="1"/>
                <c:pt idx="0">
                  <c:v>Series 1</c:v>
                </c:pt>
              </c:strCache>
            </c:strRef>
          </c:tx>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CF13-41BD-9FBA-DA52B6F118B8}"/>
            </c:ext>
          </c:extLst>
        </c:ser>
        <c:ser>
          <c:idx val="1"/>
          <c:order val="1"/>
          <c:tx>
            <c:strRef>
              <c:f>Sheet1!$C$1</c:f>
              <c:strCache>
                <c:ptCount val="1"/>
                <c:pt idx="0">
                  <c:v>Series 2</c:v>
                </c:pt>
              </c:strCache>
            </c:strRef>
          </c:tx>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CF13-41BD-9FBA-DA52B6F118B8}"/>
            </c:ext>
          </c:extLst>
        </c:ser>
        <c:ser>
          <c:idx val="2"/>
          <c:order val="2"/>
          <c:tx>
            <c:strRef>
              <c:f>Sheet1!$D$1</c:f>
              <c:strCache>
                <c:ptCount val="1"/>
                <c:pt idx="0">
                  <c:v>Series 3</c:v>
                </c:pt>
              </c:strCache>
            </c:strRef>
          </c:tx>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CF13-41BD-9FBA-DA52B6F118B8}"/>
            </c:ext>
          </c:extLst>
        </c:ser>
        <c:dLbls>
          <c:showLegendKey val="0"/>
          <c:showVal val="0"/>
          <c:showCatName val="0"/>
          <c:showSerName val="0"/>
          <c:showPercent val="0"/>
          <c:showBubbleSize val="0"/>
        </c:dLbls>
        <c:gapWidth val="150"/>
        <c:shape val="box"/>
        <c:axId val="-1117378384"/>
        <c:axId val="-1117376208"/>
        <c:axId val="-1001283712"/>
      </c:bar3DChart>
      <c:catAx>
        <c:axId val="-1117378384"/>
        <c:scaling>
          <c:orientation val="minMax"/>
        </c:scaling>
        <c:delete val="0"/>
        <c:axPos val="b"/>
        <c:numFmt formatCode="General" sourceLinked="1"/>
        <c:majorTickMark val="out"/>
        <c:minorTickMark val="none"/>
        <c:tickLblPos val="nextTo"/>
        <c:crossAx val="-1117376208"/>
        <c:crosses val="autoZero"/>
        <c:auto val="1"/>
        <c:lblAlgn val="ctr"/>
        <c:lblOffset val="100"/>
        <c:noMultiLvlLbl val="0"/>
      </c:catAx>
      <c:valAx>
        <c:axId val="-1117376208"/>
        <c:scaling>
          <c:orientation val="minMax"/>
        </c:scaling>
        <c:delete val="0"/>
        <c:axPos val="l"/>
        <c:majorGridlines/>
        <c:numFmt formatCode="General" sourceLinked="1"/>
        <c:majorTickMark val="out"/>
        <c:minorTickMark val="none"/>
        <c:tickLblPos val="nextTo"/>
        <c:crossAx val="-1117378384"/>
        <c:crosses val="autoZero"/>
        <c:crossBetween val="between"/>
      </c:valAx>
      <c:serAx>
        <c:axId val="-1001283712"/>
        <c:scaling>
          <c:orientation val="minMax"/>
        </c:scaling>
        <c:delete val="0"/>
        <c:axPos val="b"/>
        <c:majorTickMark val="out"/>
        <c:minorTickMark val="none"/>
        <c:tickLblPos val="nextTo"/>
        <c:crossAx val="-1117376208"/>
        <c:crosses val="autoZero"/>
      </c:ser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p:cNvSpPr>
            <a:spLocks noGrp="1"/>
          </p:cNvSpPr>
          <p:nvPr>
            <p:ph type="dt" sz="half" idx="10"/>
          </p:nvPr>
        </p:nvSpPr>
        <p:spPr/>
        <p:txBody>
          <a:bodyPr/>
          <a:lstStyle/>
          <a:p>
            <a:fld id="{1ED24002-B881-4164-B71F-DD2390E87680}" type="datetimeFigureOut">
              <a:rPr lang="fr-FR" smtClean="0">
                <a:solidFill>
                  <a:prstClr val="black">
                    <a:tint val="75000"/>
                  </a:prstClr>
                </a:solidFill>
              </a:rPr>
              <a:pPr/>
              <a:t>09/03/2020</a:t>
            </a:fld>
            <a:endParaRPr lang="fr-FR">
              <a:solidFill>
                <a:prstClr val="black">
                  <a:tint val="75000"/>
                </a:prstClr>
              </a:solidFill>
            </a:endParaRPr>
          </a:p>
        </p:txBody>
      </p:sp>
      <p:sp>
        <p:nvSpPr>
          <p:cNvPr id="5" name="Footer Placeholder 4"/>
          <p:cNvSpPr>
            <a:spLocks noGrp="1"/>
          </p:cNvSpPr>
          <p:nvPr>
            <p:ph type="ftr" sz="quarter" idx="11"/>
          </p:nvPr>
        </p:nvSpPr>
        <p:spPr/>
        <p:txBody>
          <a:bodyPr/>
          <a:lstStyle/>
          <a:p>
            <a:endParaRPr lang="fr-FR">
              <a:solidFill>
                <a:prstClr val="black">
                  <a:tint val="75000"/>
                </a:prstClr>
              </a:solidFill>
            </a:endParaRPr>
          </a:p>
        </p:txBody>
      </p:sp>
      <p:sp>
        <p:nvSpPr>
          <p:cNvPr id="6" name="Slide Number Placeholder 5"/>
          <p:cNvSpPr>
            <a:spLocks noGrp="1"/>
          </p:cNvSpPr>
          <p:nvPr>
            <p:ph type="sldNum" sz="quarter" idx="12"/>
          </p:nvPr>
        </p:nvSpPr>
        <p:spPr/>
        <p:txBody>
          <a:bodyPr/>
          <a:lstStyle/>
          <a:p>
            <a:fld id="{B253CAF5-23AF-4DC3-8998-C36242F7293D}" type="slidenum">
              <a:rPr lang="fr-FR" smtClean="0">
                <a:solidFill>
                  <a:prstClr val="black">
                    <a:tint val="75000"/>
                  </a:prstClr>
                </a:solidFill>
              </a:rPr>
              <a:pPr/>
              <a:t>‹#›</a:t>
            </a:fld>
            <a:endParaRPr lang="fr-FR">
              <a:solidFill>
                <a:prstClr val="black">
                  <a:tint val="75000"/>
                </a:prstClr>
              </a:solidFill>
            </a:endParaRPr>
          </a:p>
        </p:txBody>
      </p:sp>
    </p:spTree>
    <p:extLst>
      <p:ext uri="{BB962C8B-B14F-4D97-AF65-F5344CB8AC3E}">
        <p14:creationId xmlns:p14="http://schemas.microsoft.com/office/powerpoint/2010/main" val="3395415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p:cNvSpPr>
            <a:spLocks noGrp="1"/>
          </p:cNvSpPr>
          <p:nvPr>
            <p:ph type="dt" sz="half" idx="10"/>
          </p:nvPr>
        </p:nvSpPr>
        <p:spPr/>
        <p:txBody>
          <a:bodyPr/>
          <a:lstStyle/>
          <a:p>
            <a:fld id="{1ED24002-B881-4164-B71F-DD2390E87680}" type="datetimeFigureOut">
              <a:rPr lang="fr-FR" smtClean="0">
                <a:solidFill>
                  <a:prstClr val="black">
                    <a:tint val="75000"/>
                  </a:prstClr>
                </a:solidFill>
              </a:rPr>
              <a:pPr/>
              <a:t>09/03/2020</a:t>
            </a:fld>
            <a:endParaRPr lang="fr-FR">
              <a:solidFill>
                <a:prstClr val="black">
                  <a:tint val="75000"/>
                </a:prstClr>
              </a:solidFill>
            </a:endParaRPr>
          </a:p>
        </p:txBody>
      </p:sp>
      <p:sp>
        <p:nvSpPr>
          <p:cNvPr id="5" name="Footer Placeholder 4"/>
          <p:cNvSpPr>
            <a:spLocks noGrp="1"/>
          </p:cNvSpPr>
          <p:nvPr>
            <p:ph type="ftr" sz="quarter" idx="11"/>
          </p:nvPr>
        </p:nvSpPr>
        <p:spPr/>
        <p:txBody>
          <a:bodyPr/>
          <a:lstStyle/>
          <a:p>
            <a:endParaRPr lang="fr-FR">
              <a:solidFill>
                <a:prstClr val="black">
                  <a:tint val="75000"/>
                </a:prstClr>
              </a:solidFill>
            </a:endParaRPr>
          </a:p>
        </p:txBody>
      </p:sp>
      <p:sp>
        <p:nvSpPr>
          <p:cNvPr id="6" name="Slide Number Placeholder 5"/>
          <p:cNvSpPr>
            <a:spLocks noGrp="1"/>
          </p:cNvSpPr>
          <p:nvPr>
            <p:ph type="sldNum" sz="quarter" idx="12"/>
          </p:nvPr>
        </p:nvSpPr>
        <p:spPr/>
        <p:txBody>
          <a:bodyPr/>
          <a:lstStyle/>
          <a:p>
            <a:fld id="{B253CAF5-23AF-4DC3-8998-C36242F7293D}" type="slidenum">
              <a:rPr lang="fr-FR" smtClean="0">
                <a:solidFill>
                  <a:prstClr val="black">
                    <a:tint val="75000"/>
                  </a:prstClr>
                </a:solidFill>
              </a:rPr>
              <a:pPr/>
              <a:t>‹#›</a:t>
            </a:fld>
            <a:endParaRPr lang="fr-FR">
              <a:solidFill>
                <a:prstClr val="black">
                  <a:tint val="75000"/>
                </a:prstClr>
              </a:solidFill>
            </a:endParaRPr>
          </a:p>
        </p:txBody>
      </p:sp>
    </p:spTree>
    <p:extLst>
      <p:ext uri="{BB962C8B-B14F-4D97-AF65-F5344CB8AC3E}">
        <p14:creationId xmlns:p14="http://schemas.microsoft.com/office/powerpoint/2010/main" val="2592179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D24002-B881-4164-B71F-DD2390E87680}" type="datetimeFigureOut">
              <a:rPr lang="fr-FR" smtClean="0">
                <a:solidFill>
                  <a:prstClr val="black">
                    <a:tint val="75000"/>
                  </a:prstClr>
                </a:solidFill>
              </a:rPr>
              <a:pPr/>
              <a:t>09/03/2020</a:t>
            </a:fld>
            <a:endParaRPr lang="fr-FR">
              <a:solidFill>
                <a:prstClr val="black">
                  <a:tint val="75000"/>
                </a:prstClr>
              </a:solidFill>
            </a:endParaRPr>
          </a:p>
        </p:txBody>
      </p:sp>
      <p:sp>
        <p:nvSpPr>
          <p:cNvPr id="5" name="Footer Placeholder 4"/>
          <p:cNvSpPr>
            <a:spLocks noGrp="1"/>
          </p:cNvSpPr>
          <p:nvPr>
            <p:ph type="ftr" sz="quarter" idx="11"/>
          </p:nvPr>
        </p:nvSpPr>
        <p:spPr/>
        <p:txBody>
          <a:bodyPr/>
          <a:lstStyle/>
          <a:p>
            <a:endParaRPr lang="fr-FR">
              <a:solidFill>
                <a:prstClr val="black">
                  <a:tint val="75000"/>
                </a:prstClr>
              </a:solidFill>
            </a:endParaRPr>
          </a:p>
        </p:txBody>
      </p:sp>
      <p:sp>
        <p:nvSpPr>
          <p:cNvPr id="6" name="Slide Number Placeholder 5"/>
          <p:cNvSpPr>
            <a:spLocks noGrp="1"/>
          </p:cNvSpPr>
          <p:nvPr>
            <p:ph type="sldNum" sz="quarter" idx="12"/>
          </p:nvPr>
        </p:nvSpPr>
        <p:spPr/>
        <p:txBody>
          <a:bodyPr/>
          <a:lstStyle/>
          <a:p>
            <a:fld id="{B253CAF5-23AF-4DC3-8998-C36242F7293D}" type="slidenum">
              <a:rPr lang="fr-FR" smtClean="0">
                <a:solidFill>
                  <a:prstClr val="black">
                    <a:tint val="75000"/>
                  </a:prstClr>
                </a:solidFill>
              </a:rPr>
              <a:pPr/>
              <a:t>‹#›</a:t>
            </a:fld>
            <a:endParaRPr lang="fr-FR">
              <a:solidFill>
                <a:prstClr val="black">
                  <a:tint val="75000"/>
                </a:prstClr>
              </a:solidFill>
            </a:endParaRPr>
          </a:p>
        </p:txBody>
      </p:sp>
    </p:spTree>
    <p:extLst>
      <p:ext uri="{BB962C8B-B14F-4D97-AF65-F5344CB8AC3E}">
        <p14:creationId xmlns:p14="http://schemas.microsoft.com/office/powerpoint/2010/main" val="1071868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p:cNvSpPr>
            <a:spLocks noGrp="1"/>
          </p:cNvSpPr>
          <p:nvPr>
            <p:ph type="dt" sz="half" idx="10"/>
          </p:nvPr>
        </p:nvSpPr>
        <p:spPr/>
        <p:txBody>
          <a:bodyPr/>
          <a:lstStyle/>
          <a:p>
            <a:fld id="{1ED24002-B881-4164-B71F-DD2390E87680}" type="datetimeFigureOut">
              <a:rPr lang="fr-FR" smtClean="0">
                <a:solidFill>
                  <a:prstClr val="black">
                    <a:tint val="75000"/>
                  </a:prstClr>
                </a:solidFill>
              </a:rPr>
              <a:pPr/>
              <a:t>09/03/2020</a:t>
            </a:fld>
            <a:endParaRPr lang="fr-FR">
              <a:solidFill>
                <a:prstClr val="black">
                  <a:tint val="75000"/>
                </a:prstClr>
              </a:solidFill>
            </a:endParaRPr>
          </a:p>
        </p:txBody>
      </p:sp>
      <p:sp>
        <p:nvSpPr>
          <p:cNvPr id="6" name="Footer Placeholder 5"/>
          <p:cNvSpPr>
            <a:spLocks noGrp="1"/>
          </p:cNvSpPr>
          <p:nvPr>
            <p:ph type="ftr" sz="quarter" idx="11"/>
          </p:nvPr>
        </p:nvSpPr>
        <p:spPr/>
        <p:txBody>
          <a:bodyPr/>
          <a:lstStyle/>
          <a:p>
            <a:endParaRPr lang="fr-FR">
              <a:solidFill>
                <a:prstClr val="black">
                  <a:tint val="75000"/>
                </a:prstClr>
              </a:solidFill>
            </a:endParaRPr>
          </a:p>
        </p:txBody>
      </p:sp>
      <p:sp>
        <p:nvSpPr>
          <p:cNvPr id="7" name="Slide Number Placeholder 6"/>
          <p:cNvSpPr>
            <a:spLocks noGrp="1"/>
          </p:cNvSpPr>
          <p:nvPr>
            <p:ph type="sldNum" sz="quarter" idx="12"/>
          </p:nvPr>
        </p:nvSpPr>
        <p:spPr/>
        <p:txBody>
          <a:bodyPr/>
          <a:lstStyle/>
          <a:p>
            <a:fld id="{B253CAF5-23AF-4DC3-8998-C36242F7293D}" type="slidenum">
              <a:rPr lang="fr-FR" smtClean="0">
                <a:solidFill>
                  <a:prstClr val="black">
                    <a:tint val="75000"/>
                  </a:prstClr>
                </a:solidFill>
              </a:rPr>
              <a:pPr/>
              <a:t>‹#›</a:t>
            </a:fld>
            <a:endParaRPr lang="fr-FR">
              <a:solidFill>
                <a:prstClr val="black">
                  <a:tint val="75000"/>
                </a:prstClr>
              </a:solidFill>
            </a:endParaRPr>
          </a:p>
        </p:txBody>
      </p:sp>
    </p:spTree>
    <p:extLst>
      <p:ext uri="{BB962C8B-B14F-4D97-AF65-F5344CB8AC3E}">
        <p14:creationId xmlns:p14="http://schemas.microsoft.com/office/powerpoint/2010/main" val="1434762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p:cNvSpPr>
            <a:spLocks noGrp="1"/>
          </p:cNvSpPr>
          <p:nvPr>
            <p:ph type="dt" sz="half" idx="10"/>
          </p:nvPr>
        </p:nvSpPr>
        <p:spPr/>
        <p:txBody>
          <a:bodyPr/>
          <a:lstStyle/>
          <a:p>
            <a:fld id="{1ED24002-B881-4164-B71F-DD2390E87680}" type="datetimeFigureOut">
              <a:rPr lang="fr-FR" smtClean="0">
                <a:solidFill>
                  <a:prstClr val="black">
                    <a:tint val="75000"/>
                  </a:prstClr>
                </a:solidFill>
              </a:rPr>
              <a:pPr/>
              <a:t>09/03/2020</a:t>
            </a:fld>
            <a:endParaRPr lang="fr-FR">
              <a:solidFill>
                <a:prstClr val="black">
                  <a:tint val="75000"/>
                </a:prstClr>
              </a:solidFill>
            </a:endParaRPr>
          </a:p>
        </p:txBody>
      </p:sp>
      <p:sp>
        <p:nvSpPr>
          <p:cNvPr id="8" name="Footer Placeholder 7"/>
          <p:cNvSpPr>
            <a:spLocks noGrp="1"/>
          </p:cNvSpPr>
          <p:nvPr>
            <p:ph type="ftr" sz="quarter" idx="11"/>
          </p:nvPr>
        </p:nvSpPr>
        <p:spPr/>
        <p:txBody>
          <a:bodyPr/>
          <a:lstStyle/>
          <a:p>
            <a:endParaRPr lang="fr-FR">
              <a:solidFill>
                <a:prstClr val="black">
                  <a:tint val="75000"/>
                </a:prstClr>
              </a:solidFill>
            </a:endParaRPr>
          </a:p>
        </p:txBody>
      </p:sp>
      <p:sp>
        <p:nvSpPr>
          <p:cNvPr id="9" name="Slide Number Placeholder 8"/>
          <p:cNvSpPr>
            <a:spLocks noGrp="1"/>
          </p:cNvSpPr>
          <p:nvPr>
            <p:ph type="sldNum" sz="quarter" idx="12"/>
          </p:nvPr>
        </p:nvSpPr>
        <p:spPr/>
        <p:txBody>
          <a:bodyPr/>
          <a:lstStyle/>
          <a:p>
            <a:fld id="{B253CAF5-23AF-4DC3-8998-C36242F7293D}" type="slidenum">
              <a:rPr lang="fr-FR" smtClean="0">
                <a:solidFill>
                  <a:prstClr val="black">
                    <a:tint val="75000"/>
                  </a:prstClr>
                </a:solidFill>
              </a:rPr>
              <a:pPr/>
              <a:t>‹#›</a:t>
            </a:fld>
            <a:endParaRPr lang="fr-FR">
              <a:solidFill>
                <a:prstClr val="black">
                  <a:tint val="75000"/>
                </a:prstClr>
              </a:solidFill>
            </a:endParaRPr>
          </a:p>
        </p:txBody>
      </p:sp>
    </p:spTree>
    <p:extLst>
      <p:ext uri="{BB962C8B-B14F-4D97-AF65-F5344CB8AC3E}">
        <p14:creationId xmlns:p14="http://schemas.microsoft.com/office/powerpoint/2010/main" val="3450016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Date Placeholder 2"/>
          <p:cNvSpPr>
            <a:spLocks noGrp="1"/>
          </p:cNvSpPr>
          <p:nvPr>
            <p:ph type="dt" sz="half" idx="10"/>
          </p:nvPr>
        </p:nvSpPr>
        <p:spPr/>
        <p:txBody>
          <a:bodyPr/>
          <a:lstStyle/>
          <a:p>
            <a:fld id="{1ED24002-B881-4164-B71F-DD2390E87680}" type="datetimeFigureOut">
              <a:rPr lang="fr-FR" smtClean="0">
                <a:solidFill>
                  <a:prstClr val="black">
                    <a:tint val="75000"/>
                  </a:prstClr>
                </a:solidFill>
              </a:rPr>
              <a:pPr/>
              <a:t>09/03/2020</a:t>
            </a:fld>
            <a:endParaRPr lang="fr-FR">
              <a:solidFill>
                <a:prstClr val="black">
                  <a:tint val="75000"/>
                </a:prstClr>
              </a:solidFill>
            </a:endParaRPr>
          </a:p>
        </p:txBody>
      </p:sp>
      <p:sp>
        <p:nvSpPr>
          <p:cNvPr id="4" name="Footer Placeholder 3"/>
          <p:cNvSpPr>
            <a:spLocks noGrp="1"/>
          </p:cNvSpPr>
          <p:nvPr>
            <p:ph type="ftr" sz="quarter" idx="11"/>
          </p:nvPr>
        </p:nvSpPr>
        <p:spPr/>
        <p:txBody>
          <a:bodyPr/>
          <a:lstStyle/>
          <a:p>
            <a:endParaRPr lang="fr-FR">
              <a:solidFill>
                <a:prstClr val="black">
                  <a:tint val="75000"/>
                </a:prstClr>
              </a:solidFill>
            </a:endParaRPr>
          </a:p>
        </p:txBody>
      </p:sp>
      <p:sp>
        <p:nvSpPr>
          <p:cNvPr id="5" name="Slide Number Placeholder 4"/>
          <p:cNvSpPr>
            <a:spLocks noGrp="1"/>
          </p:cNvSpPr>
          <p:nvPr>
            <p:ph type="sldNum" sz="quarter" idx="12"/>
          </p:nvPr>
        </p:nvSpPr>
        <p:spPr/>
        <p:txBody>
          <a:bodyPr/>
          <a:lstStyle/>
          <a:p>
            <a:fld id="{B253CAF5-23AF-4DC3-8998-C36242F7293D}" type="slidenum">
              <a:rPr lang="fr-FR" smtClean="0">
                <a:solidFill>
                  <a:prstClr val="black">
                    <a:tint val="75000"/>
                  </a:prstClr>
                </a:solidFill>
              </a:rPr>
              <a:pPr/>
              <a:t>‹#›</a:t>
            </a:fld>
            <a:endParaRPr lang="fr-FR">
              <a:solidFill>
                <a:prstClr val="black">
                  <a:tint val="75000"/>
                </a:prstClr>
              </a:solidFill>
            </a:endParaRPr>
          </a:p>
        </p:txBody>
      </p:sp>
    </p:spTree>
    <p:extLst>
      <p:ext uri="{BB962C8B-B14F-4D97-AF65-F5344CB8AC3E}">
        <p14:creationId xmlns:p14="http://schemas.microsoft.com/office/powerpoint/2010/main" val="918208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D24002-B881-4164-B71F-DD2390E87680}" type="datetimeFigureOut">
              <a:rPr lang="fr-FR" smtClean="0">
                <a:solidFill>
                  <a:prstClr val="black">
                    <a:tint val="75000"/>
                  </a:prstClr>
                </a:solidFill>
              </a:rPr>
              <a:pPr/>
              <a:t>09/03/2020</a:t>
            </a:fld>
            <a:endParaRPr lang="fr-FR">
              <a:solidFill>
                <a:prstClr val="black">
                  <a:tint val="75000"/>
                </a:prstClr>
              </a:solidFill>
            </a:endParaRPr>
          </a:p>
        </p:txBody>
      </p:sp>
      <p:sp>
        <p:nvSpPr>
          <p:cNvPr id="3" name="Footer Placeholder 2"/>
          <p:cNvSpPr>
            <a:spLocks noGrp="1"/>
          </p:cNvSpPr>
          <p:nvPr>
            <p:ph type="ftr" sz="quarter" idx="11"/>
          </p:nvPr>
        </p:nvSpPr>
        <p:spPr/>
        <p:txBody>
          <a:bodyPr/>
          <a:lstStyle/>
          <a:p>
            <a:endParaRPr lang="fr-FR">
              <a:solidFill>
                <a:prstClr val="black">
                  <a:tint val="75000"/>
                </a:prstClr>
              </a:solidFill>
            </a:endParaRPr>
          </a:p>
        </p:txBody>
      </p:sp>
      <p:sp>
        <p:nvSpPr>
          <p:cNvPr id="4" name="Slide Number Placeholder 3"/>
          <p:cNvSpPr>
            <a:spLocks noGrp="1"/>
          </p:cNvSpPr>
          <p:nvPr>
            <p:ph type="sldNum" sz="quarter" idx="12"/>
          </p:nvPr>
        </p:nvSpPr>
        <p:spPr/>
        <p:txBody>
          <a:bodyPr/>
          <a:lstStyle/>
          <a:p>
            <a:fld id="{B253CAF5-23AF-4DC3-8998-C36242F7293D}" type="slidenum">
              <a:rPr lang="fr-FR" smtClean="0">
                <a:solidFill>
                  <a:prstClr val="black">
                    <a:tint val="75000"/>
                  </a:prstClr>
                </a:solidFill>
              </a:rPr>
              <a:pPr/>
              <a:t>‹#›</a:t>
            </a:fld>
            <a:endParaRPr lang="fr-FR">
              <a:solidFill>
                <a:prstClr val="black">
                  <a:tint val="75000"/>
                </a:prstClr>
              </a:solidFill>
            </a:endParaRPr>
          </a:p>
        </p:txBody>
      </p:sp>
    </p:spTree>
    <p:extLst>
      <p:ext uri="{BB962C8B-B14F-4D97-AF65-F5344CB8AC3E}">
        <p14:creationId xmlns:p14="http://schemas.microsoft.com/office/powerpoint/2010/main" val="3921447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D24002-B881-4164-B71F-DD2390E87680}" type="datetimeFigureOut">
              <a:rPr lang="fr-FR" smtClean="0">
                <a:solidFill>
                  <a:prstClr val="black">
                    <a:tint val="75000"/>
                  </a:prstClr>
                </a:solidFill>
              </a:rPr>
              <a:pPr/>
              <a:t>09/03/2020</a:t>
            </a:fld>
            <a:endParaRPr lang="fr-FR">
              <a:solidFill>
                <a:prstClr val="black">
                  <a:tint val="75000"/>
                </a:prstClr>
              </a:solidFill>
            </a:endParaRPr>
          </a:p>
        </p:txBody>
      </p:sp>
      <p:sp>
        <p:nvSpPr>
          <p:cNvPr id="6" name="Footer Placeholder 5"/>
          <p:cNvSpPr>
            <a:spLocks noGrp="1"/>
          </p:cNvSpPr>
          <p:nvPr>
            <p:ph type="ftr" sz="quarter" idx="11"/>
          </p:nvPr>
        </p:nvSpPr>
        <p:spPr/>
        <p:txBody>
          <a:bodyPr/>
          <a:lstStyle/>
          <a:p>
            <a:endParaRPr lang="fr-FR">
              <a:solidFill>
                <a:prstClr val="black">
                  <a:tint val="75000"/>
                </a:prstClr>
              </a:solidFill>
            </a:endParaRPr>
          </a:p>
        </p:txBody>
      </p:sp>
      <p:sp>
        <p:nvSpPr>
          <p:cNvPr id="7" name="Slide Number Placeholder 6"/>
          <p:cNvSpPr>
            <a:spLocks noGrp="1"/>
          </p:cNvSpPr>
          <p:nvPr>
            <p:ph type="sldNum" sz="quarter" idx="12"/>
          </p:nvPr>
        </p:nvSpPr>
        <p:spPr/>
        <p:txBody>
          <a:bodyPr/>
          <a:lstStyle/>
          <a:p>
            <a:fld id="{B253CAF5-23AF-4DC3-8998-C36242F7293D}" type="slidenum">
              <a:rPr lang="fr-FR" smtClean="0">
                <a:solidFill>
                  <a:prstClr val="black">
                    <a:tint val="75000"/>
                  </a:prstClr>
                </a:solidFill>
              </a:rPr>
              <a:pPr/>
              <a:t>‹#›</a:t>
            </a:fld>
            <a:endParaRPr lang="fr-FR">
              <a:solidFill>
                <a:prstClr val="black">
                  <a:tint val="75000"/>
                </a:prstClr>
              </a:solidFill>
            </a:endParaRPr>
          </a:p>
        </p:txBody>
      </p:sp>
    </p:spTree>
    <p:extLst>
      <p:ext uri="{BB962C8B-B14F-4D97-AF65-F5344CB8AC3E}">
        <p14:creationId xmlns:p14="http://schemas.microsoft.com/office/powerpoint/2010/main" val="3378308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D24002-B881-4164-B71F-DD2390E87680}" type="datetimeFigureOut">
              <a:rPr lang="fr-FR" smtClean="0">
                <a:solidFill>
                  <a:prstClr val="black">
                    <a:tint val="75000"/>
                  </a:prstClr>
                </a:solidFill>
              </a:rPr>
              <a:pPr/>
              <a:t>09/03/2020</a:t>
            </a:fld>
            <a:endParaRPr lang="fr-FR">
              <a:solidFill>
                <a:prstClr val="black">
                  <a:tint val="75000"/>
                </a:prstClr>
              </a:solidFill>
            </a:endParaRPr>
          </a:p>
        </p:txBody>
      </p:sp>
      <p:sp>
        <p:nvSpPr>
          <p:cNvPr id="6" name="Footer Placeholder 5"/>
          <p:cNvSpPr>
            <a:spLocks noGrp="1"/>
          </p:cNvSpPr>
          <p:nvPr>
            <p:ph type="ftr" sz="quarter" idx="11"/>
          </p:nvPr>
        </p:nvSpPr>
        <p:spPr/>
        <p:txBody>
          <a:bodyPr/>
          <a:lstStyle/>
          <a:p>
            <a:endParaRPr lang="fr-FR">
              <a:solidFill>
                <a:prstClr val="black">
                  <a:tint val="75000"/>
                </a:prstClr>
              </a:solidFill>
            </a:endParaRPr>
          </a:p>
        </p:txBody>
      </p:sp>
      <p:sp>
        <p:nvSpPr>
          <p:cNvPr id="7" name="Slide Number Placeholder 6"/>
          <p:cNvSpPr>
            <a:spLocks noGrp="1"/>
          </p:cNvSpPr>
          <p:nvPr>
            <p:ph type="sldNum" sz="quarter" idx="12"/>
          </p:nvPr>
        </p:nvSpPr>
        <p:spPr/>
        <p:txBody>
          <a:bodyPr/>
          <a:lstStyle/>
          <a:p>
            <a:fld id="{B253CAF5-23AF-4DC3-8998-C36242F7293D}" type="slidenum">
              <a:rPr lang="fr-FR" smtClean="0">
                <a:solidFill>
                  <a:prstClr val="black">
                    <a:tint val="75000"/>
                  </a:prstClr>
                </a:solidFill>
              </a:rPr>
              <a:pPr/>
              <a:t>‹#›</a:t>
            </a:fld>
            <a:endParaRPr lang="fr-FR">
              <a:solidFill>
                <a:prstClr val="black">
                  <a:tint val="75000"/>
                </a:prstClr>
              </a:solidFill>
            </a:endParaRPr>
          </a:p>
        </p:txBody>
      </p:sp>
    </p:spTree>
    <p:extLst>
      <p:ext uri="{BB962C8B-B14F-4D97-AF65-F5344CB8AC3E}">
        <p14:creationId xmlns:p14="http://schemas.microsoft.com/office/powerpoint/2010/main" val="2804291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p:cNvSpPr>
            <a:spLocks noGrp="1"/>
          </p:cNvSpPr>
          <p:nvPr>
            <p:ph type="dt" sz="half" idx="10"/>
          </p:nvPr>
        </p:nvSpPr>
        <p:spPr/>
        <p:txBody>
          <a:bodyPr/>
          <a:lstStyle/>
          <a:p>
            <a:fld id="{1ED24002-B881-4164-B71F-DD2390E87680}" type="datetimeFigureOut">
              <a:rPr lang="fr-FR" smtClean="0">
                <a:solidFill>
                  <a:prstClr val="black">
                    <a:tint val="75000"/>
                  </a:prstClr>
                </a:solidFill>
              </a:rPr>
              <a:pPr/>
              <a:t>09/03/2020</a:t>
            </a:fld>
            <a:endParaRPr lang="fr-FR">
              <a:solidFill>
                <a:prstClr val="black">
                  <a:tint val="75000"/>
                </a:prstClr>
              </a:solidFill>
            </a:endParaRPr>
          </a:p>
        </p:txBody>
      </p:sp>
      <p:sp>
        <p:nvSpPr>
          <p:cNvPr id="5" name="Footer Placeholder 4"/>
          <p:cNvSpPr>
            <a:spLocks noGrp="1"/>
          </p:cNvSpPr>
          <p:nvPr>
            <p:ph type="ftr" sz="quarter" idx="11"/>
          </p:nvPr>
        </p:nvSpPr>
        <p:spPr/>
        <p:txBody>
          <a:bodyPr/>
          <a:lstStyle/>
          <a:p>
            <a:endParaRPr lang="fr-FR">
              <a:solidFill>
                <a:prstClr val="black">
                  <a:tint val="75000"/>
                </a:prstClr>
              </a:solidFill>
            </a:endParaRPr>
          </a:p>
        </p:txBody>
      </p:sp>
      <p:sp>
        <p:nvSpPr>
          <p:cNvPr id="6" name="Slide Number Placeholder 5"/>
          <p:cNvSpPr>
            <a:spLocks noGrp="1"/>
          </p:cNvSpPr>
          <p:nvPr>
            <p:ph type="sldNum" sz="quarter" idx="12"/>
          </p:nvPr>
        </p:nvSpPr>
        <p:spPr/>
        <p:txBody>
          <a:bodyPr/>
          <a:lstStyle/>
          <a:p>
            <a:fld id="{B253CAF5-23AF-4DC3-8998-C36242F7293D}" type="slidenum">
              <a:rPr lang="fr-FR" smtClean="0">
                <a:solidFill>
                  <a:prstClr val="black">
                    <a:tint val="75000"/>
                  </a:prstClr>
                </a:solidFill>
              </a:rPr>
              <a:pPr/>
              <a:t>‹#›</a:t>
            </a:fld>
            <a:endParaRPr lang="fr-FR">
              <a:solidFill>
                <a:prstClr val="black">
                  <a:tint val="75000"/>
                </a:prstClr>
              </a:solidFill>
            </a:endParaRPr>
          </a:p>
        </p:txBody>
      </p:sp>
    </p:spTree>
    <p:extLst>
      <p:ext uri="{BB962C8B-B14F-4D97-AF65-F5344CB8AC3E}">
        <p14:creationId xmlns:p14="http://schemas.microsoft.com/office/powerpoint/2010/main" val="2440408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p:cNvSpPr>
            <a:spLocks noGrp="1"/>
          </p:cNvSpPr>
          <p:nvPr>
            <p:ph type="dt" sz="half" idx="10"/>
          </p:nvPr>
        </p:nvSpPr>
        <p:spPr/>
        <p:txBody>
          <a:bodyPr/>
          <a:lstStyle/>
          <a:p>
            <a:fld id="{1ED24002-B881-4164-B71F-DD2390E87680}" type="datetimeFigureOut">
              <a:rPr lang="fr-FR" smtClean="0">
                <a:solidFill>
                  <a:prstClr val="black">
                    <a:tint val="75000"/>
                  </a:prstClr>
                </a:solidFill>
              </a:rPr>
              <a:pPr/>
              <a:t>09/03/2020</a:t>
            </a:fld>
            <a:endParaRPr lang="fr-FR">
              <a:solidFill>
                <a:prstClr val="black">
                  <a:tint val="75000"/>
                </a:prstClr>
              </a:solidFill>
            </a:endParaRPr>
          </a:p>
        </p:txBody>
      </p:sp>
      <p:sp>
        <p:nvSpPr>
          <p:cNvPr id="5" name="Footer Placeholder 4"/>
          <p:cNvSpPr>
            <a:spLocks noGrp="1"/>
          </p:cNvSpPr>
          <p:nvPr>
            <p:ph type="ftr" sz="quarter" idx="11"/>
          </p:nvPr>
        </p:nvSpPr>
        <p:spPr/>
        <p:txBody>
          <a:bodyPr/>
          <a:lstStyle/>
          <a:p>
            <a:endParaRPr lang="fr-FR">
              <a:solidFill>
                <a:prstClr val="black">
                  <a:tint val="75000"/>
                </a:prstClr>
              </a:solidFill>
            </a:endParaRPr>
          </a:p>
        </p:txBody>
      </p:sp>
      <p:sp>
        <p:nvSpPr>
          <p:cNvPr id="6" name="Slide Number Placeholder 5"/>
          <p:cNvSpPr>
            <a:spLocks noGrp="1"/>
          </p:cNvSpPr>
          <p:nvPr>
            <p:ph type="sldNum" sz="quarter" idx="12"/>
          </p:nvPr>
        </p:nvSpPr>
        <p:spPr/>
        <p:txBody>
          <a:bodyPr/>
          <a:lstStyle/>
          <a:p>
            <a:fld id="{B253CAF5-23AF-4DC3-8998-C36242F7293D}" type="slidenum">
              <a:rPr lang="fr-FR" smtClean="0">
                <a:solidFill>
                  <a:prstClr val="black">
                    <a:tint val="75000"/>
                  </a:prstClr>
                </a:solidFill>
              </a:rPr>
              <a:pPr/>
              <a:t>‹#›</a:t>
            </a:fld>
            <a:endParaRPr lang="fr-FR">
              <a:solidFill>
                <a:prstClr val="black">
                  <a:tint val="75000"/>
                </a:prstClr>
              </a:solidFill>
            </a:endParaRPr>
          </a:p>
        </p:txBody>
      </p:sp>
    </p:spTree>
    <p:extLst>
      <p:ext uri="{BB962C8B-B14F-4D97-AF65-F5344CB8AC3E}">
        <p14:creationId xmlns:p14="http://schemas.microsoft.com/office/powerpoint/2010/main" val="35375915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50D8BCC-FC1C-4562-83BF-4D7E85CB2F34}" type="slidenum">
              <a:rPr lang="en-US" smtClean="0">
                <a:solidFill>
                  <a:prstClr val="black">
                    <a:tint val="75000"/>
                  </a:prstClr>
                </a:solidFill>
              </a:rPr>
              <a:pPr/>
              <a:t>‹#›</a:t>
            </a:fld>
            <a:endParaRPr lang="en-US">
              <a:solidFill>
                <a:prstClr val="black">
                  <a:tint val="75000"/>
                </a:prstClr>
              </a:solidFill>
            </a:endParaRPr>
          </a:p>
        </p:txBody>
      </p:sp>
      <p:sp>
        <p:nvSpPr>
          <p:cNvPr id="2" name="Title 1"/>
          <p:cNvSpPr>
            <a:spLocks noGrp="1"/>
          </p:cNvSpPr>
          <p:nvPr>
            <p:ph type="ctrTitle"/>
          </p:nvPr>
        </p:nvSpPr>
        <p:spPr>
          <a:xfrm>
            <a:off x="838202" y="1302026"/>
            <a:ext cx="10515597" cy="689114"/>
          </a:xfrm>
        </p:spPr>
        <p:txBody>
          <a:bodyPr anchor="b">
            <a:normAutofit/>
          </a:bodyPr>
          <a:lstStyle>
            <a:lvl1pPr algn="ctr">
              <a:defRPr sz="3200"/>
            </a:lvl1pPr>
          </a:lstStyle>
          <a:p>
            <a:r>
              <a:rPr lang="en-US"/>
              <a:t>Click to edit Master title style</a:t>
            </a:r>
          </a:p>
        </p:txBody>
      </p:sp>
      <p:sp>
        <p:nvSpPr>
          <p:cNvPr id="3" name="Subtitle 2"/>
          <p:cNvSpPr>
            <a:spLocks noGrp="1"/>
          </p:cNvSpPr>
          <p:nvPr>
            <p:ph type="subTitle" idx="1"/>
          </p:nvPr>
        </p:nvSpPr>
        <p:spPr>
          <a:xfrm>
            <a:off x="1506331" y="2553749"/>
            <a:ext cx="9144000" cy="1063694"/>
          </a:xfrm>
        </p:spPr>
        <p:txBody>
          <a:bodyPr>
            <a:normAutofit/>
          </a:bodyPr>
          <a:lstStyle>
            <a:lvl1pPr marL="0" indent="0" algn="ctr">
              <a:buNone/>
              <a:defRPr sz="3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3072E454-BB3E-4CF4-BBDA-82FF47A90676}" type="datetime1">
              <a:rPr lang="en-US" smtClean="0">
                <a:solidFill>
                  <a:prstClr val="black">
                    <a:tint val="75000"/>
                  </a:prstClr>
                </a:solidFill>
              </a:rPr>
              <a:pPr/>
              <a:t>3/9/2020</a:t>
            </a:fld>
            <a:endParaRPr lang="en-US">
              <a:solidFill>
                <a:prstClr val="black">
                  <a:tint val="75000"/>
                </a:prstClr>
              </a:solidFill>
            </a:endParaRPr>
          </a:p>
        </p:txBody>
      </p:sp>
      <p:sp>
        <p:nvSpPr>
          <p:cNvPr id="5" name="Footer Placeholder 4"/>
          <p:cNvSpPr>
            <a:spLocks noGrp="1"/>
          </p:cNvSpPr>
          <p:nvPr>
            <p:ph type="ftr" sz="quarter" idx="11"/>
          </p:nvPr>
        </p:nvSpPr>
        <p:spPr>
          <a:xfrm>
            <a:off x="3978137" y="6356351"/>
            <a:ext cx="4200387" cy="365125"/>
          </a:xfrm>
        </p:spPr>
        <p:txBody>
          <a:bodyPr/>
          <a:lstStyle/>
          <a:p>
            <a:r>
              <a:rPr lang="en-GB">
                <a:solidFill>
                  <a:prstClr val="black">
                    <a:tint val="75000"/>
                  </a:prstClr>
                </a:solidFill>
              </a:rPr>
              <a:t>ELEC2208 – Power Electronics and Drives</a:t>
            </a:r>
            <a:endParaRPr lang="en-US">
              <a:solidFill>
                <a:prstClr val="black">
                  <a:tint val="75000"/>
                </a:prstClr>
              </a:solidFill>
            </a:endParaRPr>
          </a:p>
        </p:txBody>
      </p:sp>
      <p:sp>
        <p:nvSpPr>
          <p:cNvPr id="16" name="Content Placeholder 2"/>
          <p:cNvSpPr>
            <a:spLocks noGrp="1"/>
          </p:cNvSpPr>
          <p:nvPr>
            <p:ph sz="half" idx="13"/>
          </p:nvPr>
        </p:nvSpPr>
        <p:spPr>
          <a:xfrm>
            <a:off x="1506331" y="4180053"/>
            <a:ext cx="9161669" cy="1698234"/>
          </a:xfrm>
        </p:spPr>
        <p:txBody>
          <a:bodyPr>
            <a:normAutofit/>
          </a:bodyPr>
          <a:lstStyle>
            <a:lvl1pPr marL="0" indent="0" algn="ctr">
              <a:buNone/>
              <a:defRPr sz="2200"/>
            </a:lvl1pPr>
          </a:lstStyle>
          <a:p>
            <a:pPr lvl="0"/>
            <a:r>
              <a:rPr lang="en-US"/>
              <a:t>Click to edit Master text styles</a:t>
            </a:r>
          </a:p>
        </p:txBody>
      </p:sp>
    </p:spTree>
    <p:extLst>
      <p:ext uri="{BB962C8B-B14F-4D97-AF65-F5344CB8AC3E}">
        <p14:creationId xmlns:p14="http://schemas.microsoft.com/office/powerpoint/2010/main" val="2081415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POnTheFly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1ED24002-B881-4164-B71F-DD2390E87680}" type="datetimeFigureOut">
              <a:rPr lang="fr-FR" smtClean="0">
                <a:solidFill>
                  <a:prstClr val="black">
                    <a:tint val="75000"/>
                  </a:prstClr>
                </a:solidFill>
              </a:rPr>
              <a:pPr/>
              <a:t>09/03/2020</a:t>
            </a:fld>
            <a:endParaRPr lang="fr-FR">
              <a:solidFill>
                <a:prstClr val="black">
                  <a:tint val="75000"/>
                </a:prstClr>
              </a:solidFill>
            </a:endParaRPr>
          </a:p>
        </p:txBody>
      </p:sp>
      <p:sp>
        <p:nvSpPr>
          <p:cNvPr id="4" name="Footer Placeholder 3"/>
          <p:cNvSpPr>
            <a:spLocks noGrp="1"/>
          </p:cNvSpPr>
          <p:nvPr>
            <p:ph type="ftr" sz="quarter" idx="11"/>
          </p:nvPr>
        </p:nvSpPr>
        <p:spPr/>
        <p:txBody>
          <a:bodyPr/>
          <a:lstStyle/>
          <a:p>
            <a:endParaRPr lang="fr-FR">
              <a:solidFill>
                <a:prstClr val="black">
                  <a:tint val="75000"/>
                </a:prstClr>
              </a:solidFill>
            </a:endParaRPr>
          </a:p>
        </p:txBody>
      </p:sp>
      <p:sp>
        <p:nvSpPr>
          <p:cNvPr id="5" name="Slide Number Placeholder 4"/>
          <p:cNvSpPr>
            <a:spLocks noGrp="1"/>
          </p:cNvSpPr>
          <p:nvPr>
            <p:ph type="sldNum" sz="quarter" idx="12"/>
          </p:nvPr>
        </p:nvSpPr>
        <p:spPr/>
        <p:txBody>
          <a:bodyPr/>
          <a:lstStyle/>
          <a:p>
            <a:fld id="{B253CAF5-23AF-4DC3-8998-C36242F7293D}" type="slidenum">
              <a:rPr lang="fr-FR" smtClean="0">
                <a:solidFill>
                  <a:prstClr val="black">
                    <a:tint val="75000"/>
                  </a:prstClr>
                </a:solidFill>
              </a:rPr>
              <a:pPr/>
              <a:t>‹#›</a:t>
            </a:fld>
            <a:endParaRPr lang="fr-FR">
              <a:solidFill>
                <a:prstClr val="black">
                  <a:tint val="75000"/>
                </a:prstClr>
              </a:solidFill>
            </a:endParaRPr>
          </a:p>
        </p:txBody>
      </p:sp>
      <p:graphicFrame>
        <p:nvGraphicFramePr>
          <p:cNvPr id="6" name="TPChart" hidden="1"/>
          <p:cNvGraphicFramePr/>
          <p:nvPr userDrawn="1"/>
        </p:nvGraphicFramePr>
        <p:xfrm>
          <a:off x="6350000" y="1600200"/>
          <a:ext cx="2540000" cy="254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648916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ED24002-B881-4164-B71F-DD2390E87680}" type="datetimeFigureOut">
              <a:rPr lang="fr-FR" smtClean="0">
                <a:solidFill>
                  <a:prstClr val="black">
                    <a:tint val="75000"/>
                  </a:prstClr>
                </a:solidFill>
              </a:rPr>
              <a:pPr/>
              <a:t>09/03/2020</a:t>
            </a:fld>
            <a:endParaRPr lang="fr-FR">
              <a:solidFill>
                <a:prstClr val="black">
                  <a:tint val="75000"/>
                </a:prstClr>
              </a:solidFill>
            </a:endParaRPr>
          </a:p>
        </p:txBody>
      </p:sp>
      <p:sp>
        <p:nvSpPr>
          <p:cNvPr id="5" name="Footer Placeholder 4"/>
          <p:cNvSpPr>
            <a:spLocks noGrp="1"/>
          </p:cNvSpPr>
          <p:nvPr>
            <p:ph type="ftr" sz="quarter" idx="11"/>
          </p:nvPr>
        </p:nvSpPr>
        <p:spPr/>
        <p:txBody>
          <a:bodyPr/>
          <a:lstStyle/>
          <a:p>
            <a:endParaRPr lang="fr-FR">
              <a:solidFill>
                <a:prstClr val="black">
                  <a:tint val="75000"/>
                </a:prstClr>
              </a:solidFill>
            </a:endParaRPr>
          </a:p>
        </p:txBody>
      </p:sp>
      <p:sp>
        <p:nvSpPr>
          <p:cNvPr id="6" name="Slide Number Placeholder 5"/>
          <p:cNvSpPr>
            <a:spLocks noGrp="1"/>
          </p:cNvSpPr>
          <p:nvPr>
            <p:ph type="sldNum" sz="quarter" idx="12"/>
          </p:nvPr>
        </p:nvSpPr>
        <p:spPr/>
        <p:txBody>
          <a:bodyPr/>
          <a:lstStyle/>
          <a:p>
            <a:fld id="{B253CAF5-23AF-4DC3-8998-C36242F7293D}" type="slidenum">
              <a:rPr lang="fr-FR" smtClean="0">
                <a:solidFill>
                  <a:prstClr val="black">
                    <a:tint val="75000"/>
                  </a:prstClr>
                </a:solidFill>
              </a:rPr>
              <a:pPr/>
              <a:t>‹#›</a:t>
            </a:fld>
            <a:endParaRPr lang="fr-FR">
              <a:solidFill>
                <a:prstClr val="black">
                  <a:tint val="75000"/>
                </a:prstClr>
              </a:solidFill>
            </a:endParaRPr>
          </a:p>
        </p:txBody>
      </p:sp>
    </p:spTree>
    <p:extLst>
      <p:ext uri="{BB962C8B-B14F-4D97-AF65-F5344CB8AC3E}">
        <p14:creationId xmlns:p14="http://schemas.microsoft.com/office/powerpoint/2010/main" val="1802713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D24002-B881-4164-B71F-DD2390E87680}" type="datetimeFigureOut">
              <a:rPr lang="fr-FR" smtClean="0">
                <a:solidFill>
                  <a:prstClr val="black">
                    <a:tint val="75000"/>
                  </a:prstClr>
                </a:solidFill>
              </a:rPr>
              <a:pPr/>
              <a:t>09/03/2020</a:t>
            </a:fld>
            <a:endParaRPr lang="fr-FR">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53CAF5-23AF-4DC3-8998-C36242F7293D}" type="slidenum">
              <a:rPr lang="fr-FR" smtClean="0">
                <a:solidFill>
                  <a:prstClr val="black">
                    <a:tint val="75000"/>
                  </a:prstClr>
                </a:solidFill>
              </a:rPr>
              <a:pPr/>
              <a:t>‹#›</a:t>
            </a:fld>
            <a:endParaRPr lang="fr-FR">
              <a:solidFill>
                <a:prstClr val="black">
                  <a:tint val="75000"/>
                </a:prstClr>
              </a:solidFill>
            </a:endParaRPr>
          </a:p>
        </p:txBody>
      </p:sp>
      <p:sp>
        <p:nvSpPr>
          <p:cNvPr id="7" name="Rectangle 6"/>
          <p:cNvSpPr/>
          <p:nvPr userDrawn="1"/>
        </p:nvSpPr>
        <p:spPr>
          <a:xfrm>
            <a:off x="266700" y="139700"/>
            <a:ext cx="11658600" cy="464343"/>
          </a:xfrm>
          <a:prstGeom prst="rect">
            <a:avLst/>
          </a:prstGeom>
          <a:solidFill>
            <a:schemeClr val="bg2">
              <a:lumMod val="75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8" name="Rectangle 7"/>
          <p:cNvSpPr/>
          <p:nvPr userDrawn="1"/>
        </p:nvSpPr>
        <p:spPr>
          <a:xfrm>
            <a:off x="266700" y="456406"/>
            <a:ext cx="11658600" cy="205304"/>
          </a:xfrm>
          <a:prstGeom prst="rect">
            <a:avLst/>
          </a:prstGeom>
          <a:solidFill>
            <a:schemeClr val="bg2">
              <a:lumMod val="9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15" name="Rectangle 14"/>
          <p:cNvSpPr/>
          <p:nvPr userDrawn="1"/>
        </p:nvSpPr>
        <p:spPr>
          <a:xfrm>
            <a:off x="266700" y="6193077"/>
            <a:ext cx="11658600" cy="464343"/>
          </a:xfrm>
          <a:prstGeom prst="rect">
            <a:avLst/>
          </a:prstGeom>
          <a:solidFill>
            <a:schemeClr val="bg2">
              <a:lumMod val="75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16" name="Rectangle 15"/>
          <p:cNvSpPr/>
          <p:nvPr userDrawn="1"/>
        </p:nvSpPr>
        <p:spPr>
          <a:xfrm>
            <a:off x="266700" y="6509782"/>
            <a:ext cx="11658600" cy="348217"/>
          </a:xfrm>
          <a:prstGeom prst="rect">
            <a:avLst/>
          </a:prstGeom>
          <a:solidFill>
            <a:schemeClr val="bg2">
              <a:lumMod val="9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17" name="TextBox 16"/>
          <p:cNvSpPr txBox="1"/>
          <p:nvPr userDrawn="1"/>
        </p:nvSpPr>
        <p:spPr>
          <a:xfrm>
            <a:off x="292548" y="6166368"/>
            <a:ext cx="1940211" cy="369332"/>
          </a:xfrm>
          <a:prstGeom prst="rect">
            <a:avLst/>
          </a:prstGeom>
          <a:noFill/>
        </p:spPr>
        <p:txBody>
          <a:bodyPr wrap="none" rtlCol="0" anchor="ctr">
            <a:spAutoFit/>
          </a:bodyPr>
          <a:lstStyle/>
          <a:p>
            <a:r>
              <a:rPr lang="en-GB">
                <a:solidFill>
                  <a:srgbClr val="E7E6E6">
                    <a:lumMod val="90000"/>
                  </a:srgbClr>
                </a:solidFill>
              </a:rPr>
              <a:t>Dr Frederic Gardes</a:t>
            </a:r>
            <a:endParaRPr lang="fr-FR">
              <a:solidFill>
                <a:srgbClr val="E7E6E6">
                  <a:lumMod val="90000"/>
                </a:srgbClr>
              </a:solidFill>
            </a:endParaRPr>
          </a:p>
        </p:txBody>
      </p:sp>
      <p:sp>
        <p:nvSpPr>
          <p:cNvPr id="19" name="TextBox 18"/>
          <p:cNvSpPr txBox="1"/>
          <p:nvPr userDrawn="1"/>
        </p:nvSpPr>
        <p:spPr>
          <a:xfrm>
            <a:off x="266700" y="6515416"/>
            <a:ext cx="4318618" cy="369332"/>
          </a:xfrm>
          <a:prstGeom prst="rect">
            <a:avLst/>
          </a:prstGeom>
          <a:noFill/>
        </p:spPr>
        <p:txBody>
          <a:bodyPr wrap="none" rtlCol="0" anchor="ctr">
            <a:spAutoFit/>
          </a:bodyPr>
          <a:lstStyle/>
          <a:p>
            <a:r>
              <a:rPr lang="en-GB">
                <a:solidFill>
                  <a:srgbClr val="E7E6E6">
                    <a:lumMod val="75000"/>
                  </a:srgbClr>
                </a:solidFill>
              </a:rPr>
              <a:t>Power electronics and Drives – ELEC2208 - 1</a:t>
            </a:r>
            <a:endParaRPr lang="fr-FR">
              <a:solidFill>
                <a:srgbClr val="E7E6E6">
                  <a:lumMod val="75000"/>
                </a:srgbClr>
              </a:solidFill>
            </a:endParaRPr>
          </a:p>
        </p:txBody>
      </p:sp>
      <p:sp>
        <p:nvSpPr>
          <p:cNvPr id="23" name="TextBox 22"/>
          <p:cNvSpPr txBox="1"/>
          <p:nvPr userDrawn="1"/>
        </p:nvSpPr>
        <p:spPr>
          <a:xfrm>
            <a:off x="9235789" y="6176963"/>
            <a:ext cx="2704715" cy="369332"/>
          </a:xfrm>
          <a:prstGeom prst="rect">
            <a:avLst/>
          </a:prstGeom>
          <a:noFill/>
        </p:spPr>
        <p:txBody>
          <a:bodyPr wrap="none" rtlCol="0" anchor="ctr">
            <a:spAutoFit/>
          </a:bodyPr>
          <a:lstStyle/>
          <a:p>
            <a:r>
              <a:rPr lang="en-GB">
                <a:solidFill>
                  <a:srgbClr val="E7E6E6">
                    <a:lumMod val="90000"/>
                  </a:srgbClr>
                </a:solidFill>
              </a:rPr>
              <a:t>University of Southampton</a:t>
            </a:r>
            <a:endParaRPr lang="fr-FR">
              <a:solidFill>
                <a:srgbClr val="E7E6E6">
                  <a:lumMod val="90000"/>
                </a:srgbClr>
              </a:solidFill>
            </a:endParaRPr>
          </a:p>
        </p:txBody>
      </p:sp>
    </p:spTree>
    <p:extLst>
      <p:ext uri="{BB962C8B-B14F-4D97-AF65-F5344CB8AC3E}">
        <p14:creationId xmlns:p14="http://schemas.microsoft.com/office/powerpoint/2010/main" val="20095100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3.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7.jpe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6.emf"/><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emf"/><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54200" y="1175657"/>
            <a:ext cx="7886700" cy="2189843"/>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rgbClr val="E7E6E6">
                    <a:lumMod val="50000"/>
                  </a:srgbClr>
                </a:solidFill>
              </a:rPr>
              <a:t>Power electronic an drives: ELEC 2208 – 2</a:t>
            </a:r>
          </a:p>
          <a:p>
            <a:pPr algn="ctr"/>
            <a:r>
              <a:rPr lang="en-US" sz="3200" b="1">
                <a:solidFill>
                  <a:prstClr val="white"/>
                </a:solidFill>
              </a:rPr>
              <a:t>Chapter 1: Electromagnetic and Mechanical Fundamentals</a:t>
            </a:r>
            <a:endParaRPr lang="fr-FR" sz="3200">
              <a:solidFill>
                <a:srgbClr val="E7E6E6">
                  <a:lumMod val="50000"/>
                </a:srgbClr>
              </a:solidFill>
            </a:endParaRPr>
          </a:p>
        </p:txBody>
      </p:sp>
      <p:sp>
        <p:nvSpPr>
          <p:cNvPr id="5" name="Rectangle 4"/>
          <p:cNvSpPr/>
          <p:nvPr/>
        </p:nvSpPr>
        <p:spPr>
          <a:xfrm>
            <a:off x="4027578" y="3701534"/>
            <a:ext cx="3539944" cy="1569660"/>
          </a:xfrm>
          <a:prstGeom prst="rect">
            <a:avLst/>
          </a:prstGeom>
        </p:spPr>
        <p:txBody>
          <a:bodyPr wrap="none">
            <a:spAutoFit/>
          </a:bodyPr>
          <a:lstStyle/>
          <a:p>
            <a:pPr algn="ctr"/>
            <a:r>
              <a:rPr lang="en-GB" sz="2400">
                <a:solidFill>
                  <a:srgbClr val="E7E6E6">
                    <a:lumMod val="50000"/>
                  </a:srgbClr>
                </a:solidFill>
              </a:rPr>
              <a:t>Dr Frederic Gardes</a:t>
            </a:r>
          </a:p>
          <a:p>
            <a:pPr algn="ctr"/>
            <a:r>
              <a:rPr lang="en-GB" sz="2400">
                <a:solidFill>
                  <a:srgbClr val="E7E6E6">
                    <a:lumMod val="50000"/>
                  </a:srgbClr>
                </a:solidFill>
              </a:rPr>
              <a:t>University of Southampton</a:t>
            </a:r>
          </a:p>
          <a:p>
            <a:pPr algn="ctr"/>
            <a:endParaRPr lang="en-GB" sz="2400">
              <a:solidFill>
                <a:srgbClr val="E7E6E6">
                  <a:lumMod val="50000"/>
                </a:srgbClr>
              </a:solidFill>
            </a:endParaRPr>
          </a:p>
          <a:p>
            <a:pPr algn="ctr"/>
            <a:r>
              <a:rPr lang="en-GB" sz="2400">
                <a:solidFill>
                  <a:srgbClr val="E7E6E6">
                    <a:lumMod val="50000"/>
                  </a:srgbClr>
                </a:solidFill>
              </a:rPr>
              <a:t>2018-2019</a:t>
            </a:r>
            <a:endParaRPr lang="fr-FR" sz="2400">
              <a:solidFill>
                <a:prstClr val="black"/>
              </a:solidFill>
            </a:endParaRPr>
          </a:p>
        </p:txBody>
      </p:sp>
    </p:spTree>
    <p:extLst>
      <p:ext uri="{BB962C8B-B14F-4D97-AF65-F5344CB8AC3E}">
        <p14:creationId xmlns:p14="http://schemas.microsoft.com/office/powerpoint/2010/main" val="2279641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MY"/>
              <a:t>Chapter 1 covers the following basic definitions:</a:t>
            </a:r>
          </a:p>
          <a:p>
            <a:pPr lvl="1"/>
            <a:r>
              <a:rPr lang="en-MY"/>
              <a:t>Moment of inertia</a:t>
            </a:r>
          </a:p>
          <a:p>
            <a:pPr lvl="1"/>
            <a:r>
              <a:rPr lang="en-MY"/>
              <a:t>Friction</a:t>
            </a:r>
          </a:p>
          <a:p>
            <a:pPr lvl="1"/>
            <a:r>
              <a:rPr lang="en-MY">
                <a:solidFill>
                  <a:srgbClr val="FF0000"/>
                </a:solidFill>
              </a:rPr>
              <a:t>Path control</a:t>
            </a:r>
            <a:endParaRPr lang="en-MY"/>
          </a:p>
          <a:p>
            <a:pPr lvl="1"/>
            <a:r>
              <a:rPr lang="en-MY"/>
              <a:t>Power transmission</a:t>
            </a:r>
          </a:p>
          <a:p>
            <a:pPr lvl="1"/>
            <a:r>
              <a:rPr lang="en-MY"/>
              <a:t>Torque balanced equation and kinetic energy</a:t>
            </a:r>
          </a:p>
          <a:p>
            <a:pPr lvl="1"/>
            <a:r>
              <a:rPr lang="en-MY"/>
              <a:t>Torque and kinetic energy</a:t>
            </a:r>
          </a:p>
          <a:p>
            <a:pPr lvl="1"/>
            <a:r>
              <a:rPr lang="en-MY" err="1"/>
              <a:t>Exemples</a:t>
            </a:r>
            <a:r>
              <a:rPr lang="en-MY"/>
              <a:t> of connectors</a:t>
            </a:r>
          </a:p>
          <a:p>
            <a:pPr lvl="1"/>
            <a:r>
              <a:rPr lang="en-MY"/>
              <a:t>Transducers</a:t>
            </a:r>
          </a:p>
          <a:p>
            <a:endParaRPr lang="en-GB">
              <a:hlinkClick r:id="" action="ppaction://noaction"/>
            </a:endParaRPr>
          </a:p>
          <a:p>
            <a:endParaRPr lang="en-GB">
              <a:hlinkClick r:id="" action="ppaction://noaction"/>
            </a:endParaRPr>
          </a:p>
          <a:p>
            <a:endParaRPr lang="en-GB">
              <a:hlinkClick r:id="" action="ppaction://noaction"/>
            </a:endParaRPr>
          </a:p>
          <a:p>
            <a:endParaRPr lang="en-GB">
              <a:hlinkClick r:id="" action="ppaction://noaction"/>
            </a:endParaRPr>
          </a:p>
          <a:p>
            <a:endParaRPr lang="en-GB">
              <a:hlinkClick r:id="" action="ppaction://noaction"/>
            </a:endParaRPr>
          </a:p>
          <a:p>
            <a:endParaRPr lang="en-GB">
              <a:hlinkClick r:id="" action="ppaction://noaction"/>
            </a:endParaRPr>
          </a:p>
          <a:p>
            <a:endParaRPr lang="en-GB">
              <a:hlinkClick r:id="" action="ppaction://noaction"/>
            </a:endParaRPr>
          </a:p>
          <a:p>
            <a:endParaRPr lang="en-GB"/>
          </a:p>
        </p:txBody>
      </p:sp>
      <p:sp>
        <p:nvSpPr>
          <p:cNvPr id="3" name="Date Placeholder 2"/>
          <p:cNvSpPr>
            <a:spLocks noGrp="1"/>
          </p:cNvSpPr>
          <p:nvPr>
            <p:ph type="dt" sz="half" idx="10"/>
          </p:nvPr>
        </p:nvSpPr>
        <p:spPr/>
        <p:txBody>
          <a:bodyPr/>
          <a:lstStyle/>
          <a:p>
            <a:fld id="{4B6B9666-5B6E-477D-82D9-BFD18F538941}" type="datetime1">
              <a:rPr lang="en-US" smtClean="0">
                <a:solidFill>
                  <a:prstClr val="black">
                    <a:tint val="75000"/>
                  </a:prstClr>
                </a:solidFill>
              </a:rPr>
              <a:pPr/>
              <a:t>3/9/2020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GB">
                <a:solidFill>
                  <a:prstClr val="black">
                    <a:tint val="75000"/>
                  </a:prstClr>
                </a:solidFill>
              </a:rPr>
              <a:t>ELEC2208 – Power Electronics and Drives</a:t>
            </a:r>
            <a:endParaRPr lang="en-US">
              <a:solidFill>
                <a:prstClr val="black">
                  <a:tint val="75000"/>
                </a:prstClr>
              </a:solidFill>
            </a:endParaRPr>
          </a:p>
        </p:txBody>
      </p:sp>
      <p:sp>
        <p:nvSpPr>
          <p:cNvPr id="5" name="Title 4"/>
          <p:cNvSpPr>
            <a:spLocks noGrp="1"/>
          </p:cNvSpPr>
          <p:nvPr>
            <p:ph type="title"/>
          </p:nvPr>
        </p:nvSpPr>
        <p:spPr/>
        <p:txBody>
          <a:bodyPr/>
          <a:lstStyle/>
          <a:p>
            <a:r>
              <a:rPr lang="en-US"/>
              <a:t>Overview</a:t>
            </a:r>
            <a:endParaRPr lang="en-GB"/>
          </a:p>
        </p:txBody>
      </p:sp>
    </p:spTree>
    <p:extLst>
      <p:ext uri="{BB962C8B-B14F-4D97-AF65-F5344CB8AC3E}">
        <p14:creationId xmlns:p14="http://schemas.microsoft.com/office/powerpoint/2010/main" val="2394884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p:sp>
        <p:nvSpPr>
          <p:cNvPr id="5" name="Subtitle 4"/>
          <p:cNvSpPr>
            <a:spLocks noGrp="1"/>
          </p:cNvSpPr>
          <p:nvPr>
            <p:ph type="subTitle" idx="1"/>
          </p:nvPr>
        </p:nvSpPr>
        <p:spPr>
          <a:xfrm>
            <a:off x="702127" y="1804852"/>
            <a:ext cx="10566763" cy="3822700"/>
          </a:xfrm>
        </p:spPr>
        <p:txBody>
          <a:bodyPr>
            <a:normAutofit/>
          </a:bodyPr>
          <a:lstStyle/>
          <a:p>
            <a:pPr marL="342900" indent="-342900" algn="l">
              <a:buFont typeface="Arial" panose="020B0604020202020204" pitchFamily="34" charset="0"/>
              <a:buChar char="•"/>
            </a:pPr>
            <a:r>
              <a:rPr lang="en-GB"/>
              <a:t>A CNC machine tool, robot or related systems needs to incorporate the means of controlling the position of the actuator relative to a reference point to a high degree of accuracy. Without this accuracy the quality of the “process“ will be considerably reduced. Three basic strategies for path control can be employed:</a:t>
            </a:r>
          </a:p>
          <a:p>
            <a:pPr marL="800100" lvl="1" indent="-342900" algn="l">
              <a:buFont typeface="Arial" panose="020B0604020202020204" pitchFamily="34" charset="0"/>
              <a:buChar char="•"/>
            </a:pPr>
            <a:endParaRPr lang="en-GB"/>
          </a:p>
          <a:p>
            <a:pPr marL="800100" lvl="1" indent="-342900" algn="l">
              <a:buFont typeface="Arial" panose="020B0604020202020204" pitchFamily="34" charset="0"/>
              <a:buChar char="•"/>
            </a:pPr>
            <a:r>
              <a:rPr lang="en-GB"/>
              <a:t>Straight cut</a:t>
            </a:r>
          </a:p>
          <a:p>
            <a:pPr marL="800100" lvl="1" indent="-342900" algn="l">
              <a:buFont typeface="Arial" panose="020B0604020202020204" pitchFamily="34" charset="0"/>
              <a:buChar char="•"/>
            </a:pPr>
            <a:r>
              <a:rPr lang="en-GB"/>
              <a:t>Point-to-Point</a:t>
            </a:r>
          </a:p>
          <a:p>
            <a:pPr marL="800100" lvl="1" indent="-342900" algn="l">
              <a:buFont typeface="Arial" panose="020B0604020202020204" pitchFamily="34" charset="0"/>
              <a:buChar char="•"/>
            </a:pPr>
            <a:r>
              <a:rPr lang="en-GB"/>
              <a:t>Contouring</a:t>
            </a:r>
            <a:endParaRPr lang="en-GB" sz="2000"/>
          </a:p>
          <a:p>
            <a:pPr marL="457200" indent="-457200" algn="l">
              <a:buFont typeface="Arial" panose="020B0604020202020204" pitchFamily="34" charset="0"/>
              <a:buChar char="•"/>
            </a:pPr>
            <a:endParaRPr lang="en-GB" sz="2800"/>
          </a:p>
          <a:p>
            <a:pPr marL="457200" indent="-457200" algn="l">
              <a:buFont typeface="Arial" panose="020B0604020202020204" pitchFamily="34" charset="0"/>
              <a:buChar char="•"/>
            </a:pPr>
            <a:endParaRPr lang="fr-FR" sz="2800"/>
          </a:p>
        </p:txBody>
      </p:sp>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564718" y="742434"/>
            <a:ext cx="2081083" cy="523220"/>
          </a:xfrm>
          <a:prstGeom prst="rect">
            <a:avLst/>
          </a:prstGeom>
        </p:spPr>
        <p:txBody>
          <a:bodyPr wrap="none">
            <a:spAutoFit/>
          </a:bodyPr>
          <a:lstStyle/>
          <a:p>
            <a:r>
              <a:rPr lang="en-GB" sz="2800"/>
              <a:t>Requirement</a:t>
            </a:r>
            <a:endParaRPr lang="fr-FR" sz="2800"/>
          </a:p>
        </p:txBody>
      </p:sp>
    </p:spTree>
    <p:extLst>
      <p:ext uri="{BB962C8B-B14F-4D97-AF65-F5344CB8AC3E}">
        <p14:creationId xmlns:p14="http://schemas.microsoft.com/office/powerpoint/2010/main" val="462300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p:sp>
        <p:nvSpPr>
          <p:cNvPr id="5" name="Subtitle 4"/>
          <p:cNvSpPr>
            <a:spLocks noGrp="1"/>
          </p:cNvSpPr>
          <p:nvPr>
            <p:ph type="subTitle" idx="1"/>
          </p:nvPr>
        </p:nvSpPr>
        <p:spPr>
          <a:xfrm>
            <a:off x="6237962" y="2362200"/>
            <a:ext cx="4391938" cy="3822700"/>
          </a:xfrm>
        </p:spPr>
        <p:txBody>
          <a:bodyPr>
            <a:normAutofit/>
          </a:bodyPr>
          <a:lstStyle/>
          <a:p>
            <a:pPr marL="342900" indent="-342900" algn="l">
              <a:buFont typeface="Arial" panose="020B0604020202020204" pitchFamily="34" charset="0"/>
              <a:buChar char="•"/>
            </a:pPr>
            <a:r>
              <a:rPr lang="en-GB"/>
              <a:t>A straight cut control system is capable of moving parallel to one of the major axes at a fixed rate suitable for machining.</a:t>
            </a:r>
          </a:p>
          <a:p>
            <a:pPr marL="342900" indent="-342900" algn="l">
              <a:buFont typeface="Arial" panose="020B0604020202020204" pitchFamily="34" charset="0"/>
              <a:buChar char="•"/>
            </a:pPr>
            <a:r>
              <a:rPr lang="en-GB"/>
              <a:t>The control variable being the </a:t>
            </a:r>
            <a:r>
              <a:rPr lang="en-GB">
                <a:highlight>
                  <a:srgbClr val="FFFF00"/>
                </a:highlight>
              </a:rPr>
              <a:t>feed speed </a:t>
            </a:r>
            <a:r>
              <a:rPr lang="en-GB"/>
              <a:t>of the single axis.</a:t>
            </a:r>
            <a:endParaRPr lang="en-GB" sz="2800"/>
          </a:p>
          <a:p>
            <a:pPr marL="457200" indent="-457200" algn="l">
              <a:buFont typeface="Arial" panose="020B0604020202020204" pitchFamily="34" charset="0"/>
              <a:buChar char="•"/>
            </a:pPr>
            <a:endParaRPr lang="fr-FR" sz="2800"/>
          </a:p>
        </p:txBody>
      </p:sp>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564718" y="742434"/>
            <a:ext cx="1897186" cy="523220"/>
          </a:xfrm>
          <a:prstGeom prst="rect">
            <a:avLst/>
          </a:prstGeom>
        </p:spPr>
        <p:txBody>
          <a:bodyPr wrap="none">
            <a:spAutoFit/>
          </a:bodyPr>
          <a:lstStyle/>
          <a:p>
            <a:r>
              <a:rPr lang="en-GB" sz="2800"/>
              <a:t>Straight Cut</a:t>
            </a:r>
            <a:endParaRPr lang="fr-FR" sz="2800"/>
          </a:p>
        </p:txBody>
      </p:sp>
      <p:pic>
        <p:nvPicPr>
          <p:cNvPr id="3" name="Picture 2"/>
          <p:cNvPicPr>
            <a:picLocks noChangeAspect="1"/>
          </p:cNvPicPr>
          <p:nvPr/>
        </p:nvPicPr>
        <p:blipFill>
          <a:blip r:embed="rId2"/>
          <a:stretch>
            <a:fillRect/>
          </a:stretch>
        </p:blipFill>
        <p:spPr>
          <a:xfrm>
            <a:off x="564718" y="2609850"/>
            <a:ext cx="5025181" cy="1773547"/>
          </a:xfrm>
          <a:prstGeom prst="rect">
            <a:avLst/>
          </a:prstGeom>
        </p:spPr>
      </p:pic>
    </p:spTree>
    <p:extLst>
      <p:ext uri="{BB962C8B-B14F-4D97-AF65-F5344CB8AC3E}">
        <p14:creationId xmlns:p14="http://schemas.microsoft.com/office/powerpoint/2010/main" val="1955042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p:sp>
        <p:nvSpPr>
          <p:cNvPr id="5" name="Subtitle 4"/>
          <p:cNvSpPr>
            <a:spLocks noGrp="1"/>
          </p:cNvSpPr>
          <p:nvPr>
            <p:ph type="subTitle" idx="1"/>
          </p:nvPr>
        </p:nvSpPr>
        <p:spPr>
          <a:xfrm>
            <a:off x="6237962" y="2362200"/>
            <a:ext cx="4391938" cy="3822700"/>
          </a:xfrm>
        </p:spPr>
        <p:txBody>
          <a:bodyPr>
            <a:normAutofit/>
          </a:bodyPr>
          <a:lstStyle/>
          <a:p>
            <a:pPr marL="342900" indent="-342900" algn="l">
              <a:buFont typeface="Arial" panose="020B0604020202020204" pitchFamily="34" charset="0"/>
              <a:buChar char="•"/>
            </a:pPr>
            <a:r>
              <a:rPr lang="en-GB"/>
              <a:t>In a point-to-point system, the trajectory of the movement is not important.</a:t>
            </a:r>
          </a:p>
          <a:p>
            <a:pPr marL="342900" indent="-342900" algn="l">
              <a:buFont typeface="Arial" panose="020B0604020202020204" pitchFamily="34" charset="0"/>
              <a:buChar char="•"/>
            </a:pPr>
            <a:r>
              <a:rPr lang="en-GB"/>
              <a:t>The control variables are the X and Y co-ordinates of the start and finish point</a:t>
            </a:r>
            <a:endParaRPr lang="en-GB" sz="2800"/>
          </a:p>
          <a:p>
            <a:pPr marL="457200" indent="-457200" algn="l">
              <a:buFont typeface="Arial" panose="020B0604020202020204" pitchFamily="34" charset="0"/>
              <a:buChar char="•"/>
            </a:pPr>
            <a:endParaRPr lang="fr-FR" sz="2800"/>
          </a:p>
        </p:txBody>
      </p:sp>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564718" y="742434"/>
            <a:ext cx="2223173" cy="523220"/>
          </a:xfrm>
          <a:prstGeom prst="rect">
            <a:avLst/>
          </a:prstGeom>
        </p:spPr>
        <p:txBody>
          <a:bodyPr wrap="none">
            <a:spAutoFit/>
          </a:bodyPr>
          <a:lstStyle/>
          <a:p>
            <a:r>
              <a:rPr lang="en-GB" sz="2800"/>
              <a:t>Point-to-Point</a:t>
            </a:r>
            <a:endParaRPr lang="fr-FR" sz="2800"/>
          </a:p>
        </p:txBody>
      </p:sp>
      <p:pic>
        <p:nvPicPr>
          <p:cNvPr id="2" name="Picture 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66891" y="1686598"/>
            <a:ext cx="4242000" cy="4128459"/>
          </a:xfrm>
          <a:prstGeom prst="rect">
            <a:avLst/>
          </a:prstGeom>
        </p:spPr>
      </p:pic>
    </p:spTree>
    <p:extLst>
      <p:ext uri="{BB962C8B-B14F-4D97-AF65-F5344CB8AC3E}">
        <p14:creationId xmlns:p14="http://schemas.microsoft.com/office/powerpoint/2010/main" val="2008471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p:sp>
        <p:nvSpPr>
          <p:cNvPr id="5" name="Subtitle 4"/>
          <p:cNvSpPr>
            <a:spLocks noGrp="1"/>
          </p:cNvSpPr>
          <p:nvPr>
            <p:ph type="subTitle" idx="1"/>
          </p:nvPr>
        </p:nvSpPr>
        <p:spPr>
          <a:xfrm>
            <a:off x="1933259" y="2247900"/>
            <a:ext cx="8696641" cy="3937000"/>
          </a:xfrm>
        </p:spPr>
        <p:txBody>
          <a:bodyPr>
            <a:normAutofit/>
          </a:bodyPr>
          <a:lstStyle/>
          <a:p>
            <a:pPr algn="l"/>
            <a:r>
              <a:rPr lang="en-GB" sz="3200"/>
              <a:t>An indexing move consists of:</a:t>
            </a:r>
          </a:p>
          <a:p>
            <a:pPr marL="800100" lvl="1" indent="-342900" algn="l">
              <a:buFont typeface="Arial" panose="020B0604020202020204" pitchFamily="34" charset="0"/>
              <a:buChar char="•"/>
            </a:pPr>
            <a:r>
              <a:rPr lang="en-GB" sz="2800"/>
              <a:t>Acceleration to speed</a:t>
            </a:r>
          </a:p>
          <a:p>
            <a:pPr marL="800100" lvl="1" indent="-342900" algn="l">
              <a:buFont typeface="Arial" panose="020B0604020202020204" pitchFamily="34" charset="0"/>
              <a:buChar char="•"/>
            </a:pPr>
            <a:r>
              <a:rPr lang="en-GB" sz="2800"/>
              <a:t>Constant speed for a specific time</a:t>
            </a:r>
          </a:p>
          <a:p>
            <a:pPr marL="800100" lvl="1" indent="-342900" algn="l">
              <a:buFont typeface="Arial" panose="020B0604020202020204" pitchFamily="34" charset="0"/>
              <a:buChar char="•"/>
            </a:pPr>
            <a:r>
              <a:rPr lang="en-GB" sz="2800"/>
              <a:t>Deceleration to standstill</a:t>
            </a:r>
          </a:p>
          <a:p>
            <a:pPr marL="800100" lvl="1" indent="-342900" algn="l">
              <a:buFont typeface="Arial" panose="020B0604020202020204" pitchFamily="34" charset="0"/>
              <a:buChar char="•"/>
            </a:pPr>
            <a:r>
              <a:rPr lang="en-GB" sz="2800"/>
              <a:t>Dwell for a defined period of time</a:t>
            </a:r>
            <a:endParaRPr lang="fr-FR" sz="2800"/>
          </a:p>
        </p:txBody>
      </p:sp>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564718" y="742434"/>
            <a:ext cx="1622624" cy="523220"/>
          </a:xfrm>
          <a:prstGeom prst="rect">
            <a:avLst/>
          </a:prstGeom>
        </p:spPr>
        <p:txBody>
          <a:bodyPr wrap="none">
            <a:spAutoFit/>
          </a:bodyPr>
          <a:lstStyle/>
          <a:p>
            <a:r>
              <a:rPr lang="en-GB" sz="2800"/>
              <a:t>Definition</a:t>
            </a:r>
            <a:endParaRPr lang="fr-FR" sz="2800"/>
          </a:p>
        </p:txBody>
      </p:sp>
    </p:spTree>
    <p:extLst>
      <p:ext uri="{BB962C8B-B14F-4D97-AF65-F5344CB8AC3E}">
        <p14:creationId xmlns:p14="http://schemas.microsoft.com/office/powerpoint/2010/main" val="2491672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564718" y="742434"/>
            <a:ext cx="1836400" cy="523220"/>
          </a:xfrm>
          <a:prstGeom prst="rect">
            <a:avLst/>
          </a:prstGeom>
        </p:spPr>
        <p:txBody>
          <a:bodyPr wrap="none">
            <a:spAutoFit/>
          </a:bodyPr>
          <a:lstStyle/>
          <a:p>
            <a:r>
              <a:rPr lang="en-GB" sz="2800"/>
              <a:t>Trapezoidal</a:t>
            </a:r>
            <a:endParaRPr lang="fr-FR" sz="2800"/>
          </a:p>
        </p:txBody>
      </p:sp>
      <p:sp>
        <p:nvSpPr>
          <p:cNvPr id="2" name="Subtitle 1"/>
          <p:cNvSpPr>
            <a:spLocks noGrp="1"/>
          </p:cNvSpPr>
          <p:nvPr>
            <p:ph type="subTitle" idx="1"/>
          </p:nvPr>
        </p:nvSpPr>
        <p:spPr/>
        <p:txBody>
          <a:bodyPr/>
          <a:lstStyle/>
          <a:p>
            <a:endParaRPr lang="en-GB"/>
          </a:p>
        </p:txBody>
      </p:sp>
      <p:pic>
        <p:nvPicPr>
          <p:cNvPr id="3" name="Picture 2"/>
          <p:cNvPicPr>
            <a:picLocks noChangeAspect="1"/>
          </p:cNvPicPr>
          <p:nvPr/>
        </p:nvPicPr>
        <p:blipFill>
          <a:blip r:embed="rId2"/>
          <a:stretch>
            <a:fillRect/>
          </a:stretch>
        </p:blipFill>
        <p:spPr>
          <a:xfrm>
            <a:off x="1119029" y="1522968"/>
            <a:ext cx="9408900" cy="4611850"/>
          </a:xfrm>
          <a:prstGeom prst="rect">
            <a:avLst/>
          </a:prstGeom>
        </p:spPr>
      </p:pic>
    </p:spTree>
    <p:extLst>
      <p:ext uri="{BB962C8B-B14F-4D97-AF65-F5344CB8AC3E}">
        <p14:creationId xmlns:p14="http://schemas.microsoft.com/office/powerpoint/2010/main" val="933723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9AC8EF43-A93D-4442-B080-616F5CD5BD09}"/>
                  </a:ext>
                </a:extLst>
              </p:cNvPr>
              <p:cNvSpPr txBox="1"/>
              <p:nvPr/>
            </p:nvSpPr>
            <p:spPr>
              <a:xfrm>
                <a:off x="528375" y="3495245"/>
                <a:ext cx="2961323" cy="5262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𝑚</m:t>
                          </m:r>
                        </m:sub>
                      </m:sSub>
                      <m:r>
                        <a:rPr lang="en-GB" b="0" i="1" smtClean="0">
                          <a:latin typeface="Cambria Math" panose="02040503050406030204" pitchFamily="18" charset="0"/>
                        </a:rPr>
                        <m:t>=</m:t>
                      </m:r>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r>
                            <a:rPr lang="en-GB" b="0" i="1" smtClean="0">
                              <a:latin typeface="Cambria Math" panose="02040503050406030204" pitchFamily="18" charset="0"/>
                            </a:rPr>
                            <m:t>𝑏h</m:t>
                          </m:r>
                        </m:e>
                      </m:d>
                      <m:r>
                        <a:rPr lang="en-GB" b="0" i="1" smtClean="0">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𝑏h</m:t>
                          </m:r>
                        </m:e>
                      </m:d>
                      <m:r>
                        <a:rPr lang="en-GB" b="0" i="1" smtClean="0">
                          <a:latin typeface="Cambria Math" panose="02040503050406030204" pitchFamily="18" charset="0"/>
                        </a:rPr>
                        <m:t>+</m:t>
                      </m:r>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r>
                            <a:rPr lang="en-GB" i="1">
                              <a:latin typeface="Cambria Math" panose="02040503050406030204" pitchFamily="18" charset="0"/>
                            </a:rPr>
                            <m:t>𝑏h</m:t>
                          </m:r>
                        </m:e>
                      </m:d>
                    </m:oMath>
                  </m:oMathPara>
                </a14:m>
                <a:endParaRPr lang="en-GB"/>
              </a:p>
            </p:txBody>
          </p:sp>
        </mc:Choice>
        <mc:Fallback>
          <p:sp>
            <p:nvSpPr>
              <p:cNvPr id="20" name="TextBox 19">
                <a:extLst>
                  <a:ext uri="{FF2B5EF4-FFF2-40B4-BE49-F238E27FC236}">
                    <a16:creationId xmlns:a16="http://schemas.microsoft.com/office/drawing/2014/main" id="{9AC8EF43-A93D-4442-B080-616F5CD5BD09}"/>
                  </a:ext>
                </a:extLst>
              </p:cNvPr>
              <p:cNvSpPr txBox="1">
                <a:spLocks noRot="1" noChangeAspect="1" noMove="1" noResize="1" noEditPoints="1" noAdjustHandles="1" noChangeArrowheads="1" noChangeShapeType="1" noTextEdit="1"/>
              </p:cNvSpPr>
              <p:nvPr/>
            </p:nvSpPr>
            <p:spPr>
              <a:xfrm>
                <a:off x="528375" y="3495245"/>
                <a:ext cx="2961323" cy="526298"/>
              </a:xfrm>
              <a:prstGeom prst="rect">
                <a:avLst/>
              </a:prstGeom>
              <a:blipFill>
                <a:blip r:embed="rId2"/>
                <a:stretch>
                  <a:fillRect b="-17241"/>
                </a:stretch>
              </a:blipFill>
            </p:spPr>
            <p:txBody>
              <a:bodyPr/>
              <a:lstStyle/>
              <a:p>
                <a:r>
                  <a:rPr lang="en-US">
                    <a:noFill/>
                  </a:rPr>
                  <a:t> </a:t>
                </a:r>
              </a:p>
            </p:txBody>
          </p:sp>
        </mc:Fallback>
      </mc:AlternateContent>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564718" y="742434"/>
            <a:ext cx="1836400" cy="523220"/>
          </a:xfrm>
          <a:prstGeom prst="rect">
            <a:avLst/>
          </a:prstGeom>
        </p:spPr>
        <p:txBody>
          <a:bodyPr wrap="none">
            <a:spAutoFit/>
          </a:bodyPr>
          <a:lstStyle/>
          <a:p>
            <a:r>
              <a:rPr lang="en-GB" sz="2800"/>
              <a:t>Trapezoidal</a:t>
            </a:r>
            <a:endParaRPr lang="fr-FR" sz="2800"/>
          </a:p>
        </p:txBody>
      </p:sp>
      <p:sp>
        <p:nvSpPr>
          <p:cNvPr id="5" name="Rectangle 4"/>
          <p:cNvSpPr/>
          <p:nvPr/>
        </p:nvSpPr>
        <p:spPr>
          <a:xfrm>
            <a:off x="482009" y="1513223"/>
            <a:ext cx="11100391" cy="923330"/>
          </a:xfrm>
          <a:prstGeom prst="rect">
            <a:avLst/>
          </a:prstGeom>
        </p:spPr>
        <p:txBody>
          <a:bodyPr wrap="square">
            <a:spAutoFit/>
          </a:bodyPr>
          <a:lstStyle/>
          <a:p>
            <a:r>
              <a:rPr lang="en-GB" b="0" i="0">
                <a:solidFill>
                  <a:srgbClr val="666666"/>
                </a:solidFill>
                <a:effectLst/>
                <a:latin typeface="Raleway"/>
              </a:rPr>
              <a:t>The trapezoidal move profile can be treated as three curves, or segments: acceleration (triangle), constant velocity (square), and deceleration (triangle). Therefore, the </a:t>
            </a:r>
            <a:r>
              <a:rPr lang="en-GB" b="0" i="0">
                <a:solidFill>
                  <a:srgbClr val="666666"/>
                </a:solidFill>
                <a:effectLst/>
                <a:highlight>
                  <a:srgbClr val="FFFF00"/>
                </a:highlight>
                <a:latin typeface="Raleway"/>
              </a:rPr>
              <a:t>total DISTANCE travelled </a:t>
            </a:r>
            <a:r>
              <a:rPr lang="en-GB" b="0" i="0">
                <a:solidFill>
                  <a:srgbClr val="666666"/>
                </a:solidFill>
                <a:effectLst/>
                <a:latin typeface="Raleway"/>
              </a:rPr>
              <a:t>is the sum of the areas of the three curves:</a:t>
            </a:r>
            <a:endParaRPr lang="en-GB"/>
          </a:p>
        </p:txBody>
      </p:sp>
      <p:sp>
        <p:nvSpPr>
          <p:cNvPr id="8" name="Rectangle 7"/>
          <p:cNvSpPr/>
          <p:nvPr/>
        </p:nvSpPr>
        <p:spPr>
          <a:xfrm>
            <a:off x="482009" y="2941738"/>
            <a:ext cx="8137451" cy="646331"/>
          </a:xfrm>
          <a:prstGeom prst="rect">
            <a:avLst/>
          </a:prstGeom>
        </p:spPr>
        <p:txBody>
          <a:bodyPr wrap="square">
            <a:spAutoFit/>
          </a:bodyPr>
          <a:lstStyle/>
          <a:p>
            <a:r>
              <a:rPr lang="en-GB" b="0" i="0">
                <a:solidFill>
                  <a:srgbClr val="666666"/>
                </a:solidFill>
                <a:effectLst/>
                <a:latin typeface="Raleway"/>
              </a:rPr>
              <a:t>Now, inserting the formulas for AREA of a triangle, square, and another triangle:</a:t>
            </a:r>
            <a:endParaRPr lang="en-GB"/>
          </a:p>
        </p:txBody>
      </p:sp>
      <p:pic>
        <p:nvPicPr>
          <p:cNvPr id="1030" name="Picture 6" descr="move profi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9460" y="2416465"/>
            <a:ext cx="3493756" cy="211658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482009" y="4175321"/>
            <a:ext cx="8369172" cy="646331"/>
          </a:xfrm>
          <a:prstGeom prst="rect">
            <a:avLst/>
          </a:prstGeom>
        </p:spPr>
        <p:txBody>
          <a:bodyPr wrap="square">
            <a:spAutoFit/>
          </a:bodyPr>
          <a:lstStyle/>
          <a:p>
            <a:r>
              <a:rPr lang="en-GB" b="0" i="0">
                <a:solidFill>
                  <a:srgbClr val="666666"/>
                </a:solidFill>
                <a:effectLst/>
                <a:latin typeface="Raleway"/>
              </a:rPr>
              <a:t>In each segment, time represents the base (b), and maximum velocity represents the height (h), so we get:</a:t>
            </a:r>
            <a:endParaRPr lang="en-GB"/>
          </a:p>
        </p:txBody>
      </p:sp>
      <p:sp>
        <p:nvSpPr>
          <p:cNvPr id="2" name="Rectangle 1">
            <a:extLst>
              <a:ext uri="{FF2B5EF4-FFF2-40B4-BE49-F238E27FC236}">
                <a16:creationId xmlns:a16="http://schemas.microsoft.com/office/drawing/2014/main" id="{F85B10D0-5A3E-4591-8905-3C41B4D4FAC2}"/>
              </a:ext>
            </a:extLst>
          </p:cNvPr>
          <p:cNvSpPr/>
          <p:nvPr/>
        </p:nvSpPr>
        <p:spPr>
          <a:xfrm>
            <a:off x="10039350" y="2676525"/>
            <a:ext cx="885825" cy="10191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ight Triangle 2">
            <a:extLst>
              <a:ext uri="{FF2B5EF4-FFF2-40B4-BE49-F238E27FC236}">
                <a16:creationId xmlns:a16="http://schemas.microsoft.com/office/drawing/2014/main" id="{A5F8F76C-D02C-4CCA-9B28-08C2BC0E28A4}"/>
              </a:ext>
            </a:extLst>
          </p:cNvPr>
          <p:cNvSpPr/>
          <p:nvPr/>
        </p:nvSpPr>
        <p:spPr>
          <a:xfrm flipH="1">
            <a:off x="9153523" y="2676525"/>
            <a:ext cx="885826" cy="1002590"/>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5" name="Right Triangle 14">
            <a:extLst>
              <a:ext uri="{FF2B5EF4-FFF2-40B4-BE49-F238E27FC236}">
                <a16:creationId xmlns:a16="http://schemas.microsoft.com/office/drawing/2014/main" id="{8E0B2A9C-B095-4088-8CC0-8D0C6CD8789F}"/>
              </a:ext>
            </a:extLst>
          </p:cNvPr>
          <p:cNvSpPr/>
          <p:nvPr/>
        </p:nvSpPr>
        <p:spPr>
          <a:xfrm>
            <a:off x="10931955" y="2686050"/>
            <a:ext cx="885825" cy="1002590"/>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0" name="Rectangle 9">
            <a:extLst>
              <a:ext uri="{FF2B5EF4-FFF2-40B4-BE49-F238E27FC236}">
                <a16:creationId xmlns:a16="http://schemas.microsoft.com/office/drawing/2014/main" id="{AC5E630A-1C3A-4934-ACFD-ACFBFF3CEAFE}"/>
              </a:ext>
            </a:extLst>
          </p:cNvPr>
          <p:cNvSpPr/>
          <p:nvPr/>
        </p:nvSpPr>
        <p:spPr>
          <a:xfrm>
            <a:off x="1084081" y="3495245"/>
            <a:ext cx="736007" cy="52629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7" name="Rectangle 16">
            <a:extLst>
              <a:ext uri="{FF2B5EF4-FFF2-40B4-BE49-F238E27FC236}">
                <a16:creationId xmlns:a16="http://schemas.microsoft.com/office/drawing/2014/main" id="{50F6839C-DD82-44D9-9632-3AA4AA7D748B}"/>
              </a:ext>
            </a:extLst>
          </p:cNvPr>
          <p:cNvSpPr/>
          <p:nvPr/>
        </p:nvSpPr>
        <p:spPr>
          <a:xfrm>
            <a:off x="2742199" y="3505912"/>
            <a:ext cx="793865" cy="564225"/>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8" name="Rectangle 17">
            <a:extLst>
              <a:ext uri="{FF2B5EF4-FFF2-40B4-BE49-F238E27FC236}">
                <a16:creationId xmlns:a16="http://schemas.microsoft.com/office/drawing/2014/main" id="{6CAEE12F-5381-44FB-9C08-5E4DB039DF38}"/>
              </a:ext>
            </a:extLst>
          </p:cNvPr>
          <p:cNvSpPr/>
          <p:nvPr/>
        </p:nvSpPr>
        <p:spPr>
          <a:xfrm>
            <a:off x="2028660" y="3505912"/>
            <a:ext cx="485054" cy="515631"/>
          </a:xfrm>
          <a:prstGeom prst="rect">
            <a:avLst/>
          </a:pr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CE105F97-7DBD-134F-A4A1-ECB871559361}"/>
                  </a:ext>
                </a:extLst>
              </p:cNvPr>
              <p:cNvSpPr txBox="1"/>
              <p:nvPr/>
            </p:nvSpPr>
            <p:spPr>
              <a:xfrm>
                <a:off x="572306" y="2502634"/>
                <a:ext cx="20002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𝑚</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𝑎</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𝑐</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𝑑</m:t>
                          </m:r>
                        </m:sub>
                      </m:sSub>
                    </m:oMath>
                  </m:oMathPara>
                </a14:m>
                <a:endParaRPr lang="en-GB"/>
              </a:p>
            </p:txBody>
          </p:sp>
        </mc:Choice>
        <mc:Fallback>
          <p:sp>
            <p:nvSpPr>
              <p:cNvPr id="11" name="TextBox 10">
                <a:extLst>
                  <a:ext uri="{FF2B5EF4-FFF2-40B4-BE49-F238E27FC236}">
                    <a16:creationId xmlns:a16="http://schemas.microsoft.com/office/drawing/2014/main" id="{CE105F97-7DBD-134F-A4A1-ECB871559361}"/>
                  </a:ext>
                </a:extLst>
              </p:cNvPr>
              <p:cNvSpPr txBox="1">
                <a:spLocks noRot="1" noChangeAspect="1" noMove="1" noResize="1" noEditPoints="1" noAdjustHandles="1" noChangeArrowheads="1" noChangeShapeType="1" noTextEdit="1"/>
              </p:cNvSpPr>
              <p:nvPr/>
            </p:nvSpPr>
            <p:spPr>
              <a:xfrm>
                <a:off x="572306" y="2502634"/>
                <a:ext cx="2000291" cy="276999"/>
              </a:xfrm>
              <a:prstGeom prst="rect">
                <a:avLst/>
              </a:prstGeom>
              <a:blipFill>
                <a:blip r:embed="rId4"/>
                <a:stretch>
                  <a:fillRect l="-2439" r="-915" b="-1777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FE36D5BC-CE1D-594C-8FF4-3E32991DF630}"/>
                  </a:ext>
                </a:extLst>
              </p:cNvPr>
              <p:cNvSpPr txBox="1"/>
              <p:nvPr/>
            </p:nvSpPr>
            <p:spPr>
              <a:xfrm>
                <a:off x="482009" y="4885597"/>
                <a:ext cx="7545014" cy="5262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𝑚</m:t>
                          </m:r>
                        </m:sub>
                      </m:sSub>
                      <m:r>
                        <a:rPr lang="en-GB" b="0" i="1" smtClean="0">
                          <a:latin typeface="Cambria Math" panose="02040503050406030204" pitchFamily="18" charset="0"/>
                        </a:rPr>
                        <m:t>=</m:t>
                      </m:r>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𝑎</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𝑚𝑎𝑥</m:t>
                              </m:r>
                            </m:sub>
                          </m:sSub>
                        </m:e>
                      </m:d>
                      <m:r>
                        <a:rPr lang="en-GB" b="0" i="1" smtClean="0">
                          <a:latin typeface="Cambria Math" panose="02040503050406030204" pitchFamily="18" charset="0"/>
                        </a:rPr>
                        <m:t>+</m:t>
                      </m:r>
                      <m:d>
                        <m:dPr>
                          <m:ctrlPr>
                            <a:rPr lang="en-GB" i="1">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𝑐</m:t>
                              </m:r>
                            </m:sub>
                          </m:sSub>
                          <m:sSub>
                            <m:sSubPr>
                              <m:ctrlPr>
                                <a:rPr lang="en-GB" i="1">
                                  <a:latin typeface="Cambria Math" panose="02040503050406030204" pitchFamily="18" charset="0"/>
                                </a:rPr>
                              </m:ctrlPr>
                            </m:sSubPr>
                            <m:e>
                              <m:r>
                                <a:rPr lang="en-GB" i="1">
                                  <a:latin typeface="Cambria Math" panose="02040503050406030204" pitchFamily="18" charset="0"/>
                                </a:rPr>
                                <m:t>𝑣</m:t>
                              </m:r>
                            </m:e>
                            <m:sub>
                              <m:r>
                                <a:rPr lang="en-GB" i="1">
                                  <a:latin typeface="Cambria Math" panose="02040503050406030204" pitchFamily="18" charset="0"/>
                                </a:rPr>
                                <m:t>𝑚𝑎𝑥</m:t>
                              </m:r>
                            </m:sub>
                          </m:sSub>
                        </m:e>
                      </m:d>
                      <m:r>
                        <a:rPr lang="en-GB" b="0" i="1" smtClean="0">
                          <a:latin typeface="Cambria Math" panose="02040503050406030204" pitchFamily="18" charset="0"/>
                        </a:rPr>
                        <m:t>+</m:t>
                      </m:r>
                      <m:d>
                        <m:dPr>
                          <m:ctrlPr>
                            <a:rPr lang="en-GB" i="1">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𝑑</m:t>
                              </m:r>
                            </m:sub>
                          </m:sSub>
                          <m:sSub>
                            <m:sSubPr>
                              <m:ctrlPr>
                                <a:rPr lang="en-GB" i="1">
                                  <a:latin typeface="Cambria Math" panose="02040503050406030204" pitchFamily="18" charset="0"/>
                                </a:rPr>
                              </m:ctrlPr>
                            </m:sSubPr>
                            <m:e>
                              <m:r>
                                <a:rPr lang="en-GB" i="1">
                                  <a:latin typeface="Cambria Math" panose="02040503050406030204" pitchFamily="18" charset="0"/>
                                </a:rPr>
                                <m:t>𝑣</m:t>
                              </m:r>
                            </m:e>
                            <m:sub>
                              <m:r>
                                <a:rPr lang="en-GB" i="1">
                                  <a:latin typeface="Cambria Math" panose="02040503050406030204" pitchFamily="18" charset="0"/>
                                </a:rPr>
                                <m:t>𝑚𝑎𝑥</m:t>
                              </m:r>
                            </m:sub>
                          </m:sSub>
                        </m:e>
                      </m:d>
                      <m:r>
                        <a:rPr lang="en-GB" b="0" i="0" smtClean="0">
                          <a:latin typeface="Cambria Math" panose="02040503050406030204" pitchFamily="18" charset="0"/>
                        </a:rPr>
                        <m:t>=</m:t>
                      </m:r>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0" smtClean="0">
                                  <a:latin typeface="Cambria Math" panose="02040503050406030204" pitchFamily="18" charset="0"/>
                                </a:rPr>
                                <m:t>1</m:t>
                              </m:r>
                            </m:num>
                            <m:den>
                              <m:r>
                                <a:rPr lang="en-GB" b="0" i="0" smtClean="0">
                                  <a:latin typeface="Cambria Math" panose="02040503050406030204" pitchFamily="18" charset="0"/>
                                </a:rPr>
                                <m:t>2</m:t>
                              </m:r>
                            </m:den>
                          </m:f>
                          <m:sSub>
                            <m:sSubPr>
                              <m:ctrlPr>
                                <a:rPr lang="en-GB" b="0" i="1" smtClean="0">
                                  <a:latin typeface="Cambria Math" panose="02040503050406030204" pitchFamily="18" charset="0"/>
                                </a:rPr>
                              </m:ctrlPr>
                            </m:sSubPr>
                            <m:e>
                              <m:r>
                                <m:rPr>
                                  <m:sty m:val="p"/>
                                </m:rPr>
                                <a:rPr lang="en-GB" b="0" i="0" smtClean="0">
                                  <a:latin typeface="Cambria Math" panose="02040503050406030204" pitchFamily="18" charset="0"/>
                                </a:rPr>
                                <m:t>v</m:t>
                              </m:r>
                            </m:e>
                            <m:sub>
                              <m:r>
                                <a:rPr lang="en-GB" b="0" i="1" smtClean="0">
                                  <a:latin typeface="Cambria Math" panose="02040503050406030204" pitchFamily="18" charset="0"/>
                                </a:rPr>
                                <m:t>𝑚𝑎𝑥</m:t>
                              </m:r>
                            </m:sub>
                          </m:sSub>
                        </m:e>
                      </m:d>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𝑎</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𝑑</m:t>
                              </m:r>
                            </m:sub>
                          </m:sSub>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𝑚𝑎𝑥</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𝑐</m:t>
                          </m:r>
                        </m:sub>
                      </m:sSub>
                      <m:r>
                        <a:rPr lang="en-GB" b="0" i="1" smtClean="0">
                          <a:latin typeface="Cambria Math" panose="02040503050406030204" pitchFamily="18" charset="0"/>
                        </a:rPr>
                        <m:t>)</m:t>
                      </m:r>
                    </m:oMath>
                  </m:oMathPara>
                </a14:m>
                <a:endParaRPr lang="en-GB"/>
              </a:p>
            </p:txBody>
          </p:sp>
        </mc:Choice>
        <mc:Fallback>
          <p:sp>
            <p:nvSpPr>
              <p:cNvPr id="21" name="TextBox 20">
                <a:extLst>
                  <a:ext uri="{FF2B5EF4-FFF2-40B4-BE49-F238E27FC236}">
                    <a16:creationId xmlns:a16="http://schemas.microsoft.com/office/drawing/2014/main" id="{FE36D5BC-CE1D-594C-8FF4-3E32991DF630}"/>
                  </a:ext>
                </a:extLst>
              </p:cNvPr>
              <p:cNvSpPr txBox="1">
                <a:spLocks noRot="1" noChangeAspect="1" noMove="1" noResize="1" noEditPoints="1" noAdjustHandles="1" noChangeArrowheads="1" noChangeShapeType="1" noTextEdit="1"/>
              </p:cNvSpPr>
              <p:nvPr/>
            </p:nvSpPr>
            <p:spPr>
              <a:xfrm>
                <a:off x="482009" y="4885597"/>
                <a:ext cx="7545014" cy="526298"/>
              </a:xfrm>
              <a:prstGeom prst="rect">
                <a:avLst/>
              </a:prstGeom>
              <a:blipFill>
                <a:blip r:embed="rId5"/>
                <a:stretch>
                  <a:fillRect b="-1839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2C5384F6-6D9E-EE4B-A1AC-0186FC0A6810}"/>
                  </a:ext>
                </a:extLst>
              </p:cNvPr>
              <p:cNvSpPr txBox="1"/>
              <p:nvPr/>
            </p:nvSpPr>
            <p:spPr>
              <a:xfrm>
                <a:off x="10234662" y="4175321"/>
                <a:ext cx="4950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m:t>
                          </m:r>
                        </m:sub>
                      </m:sSub>
                    </m:oMath>
                  </m:oMathPara>
                </a14:m>
                <a:endParaRPr lang="en-GB"/>
              </a:p>
            </p:txBody>
          </p:sp>
        </mc:Choice>
        <mc:Fallback>
          <p:sp>
            <p:nvSpPr>
              <p:cNvPr id="12" name="TextBox 11">
                <a:extLst>
                  <a:ext uri="{FF2B5EF4-FFF2-40B4-BE49-F238E27FC236}">
                    <a16:creationId xmlns:a16="http://schemas.microsoft.com/office/drawing/2014/main" id="{2C5384F6-6D9E-EE4B-A1AC-0186FC0A6810}"/>
                  </a:ext>
                </a:extLst>
              </p:cNvPr>
              <p:cNvSpPr txBox="1">
                <a:spLocks noRot="1" noChangeAspect="1" noMove="1" noResize="1" noEditPoints="1" noAdjustHandles="1" noChangeArrowheads="1" noChangeShapeType="1" noTextEdit="1"/>
              </p:cNvSpPr>
              <p:nvPr/>
            </p:nvSpPr>
            <p:spPr>
              <a:xfrm>
                <a:off x="10234662" y="4175321"/>
                <a:ext cx="495072" cy="369332"/>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80817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564718" y="742434"/>
            <a:ext cx="1836400" cy="523220"/>
          </a:xfrm>
          <a:prstGeom prst="rect">
            <a:avLst/>
          </a:prstGeom>
        </p:spPr>
        <p:txBody>
          <a:bodyPr wrap="none">
            <a:spAutoFit/>
          </a:bodyPr>
          <a:lstStyle/>
          <a:p>
            <a:r>
              <a:rPr lang="en-GB" sz="2800"/>
              <a:t>Trapezoidal</a:t>
            </a:r>
            <a:endParaRPr lang="fr-FR" sz="2800"/>
          </a:p>
        </p:txBody>
      </p:sp>
      <p:sp>
        <p:nvSpPr>
          <p:cNvPr id="5" name="Rectangle 4"/>
          <p:cNvSpPr/>
          <p:nvPr/>
        </p:nvSpPr>
        <p:spPr>
          <a:xfrm>
            <a:off x="482009" y="1513223"/>
            <a:ext cx="11100391" cy="646331"/>
          </a:xfrm>
          <a:prstGeom prst="rect">
            <a:avLst/>
          </a:prstGeom>
        </p:spPr>
        <p:txBody>
          <a:bodyPr wrap="square">
            <a:spAutoFit/>
          </a:bodyPr>
          <a:lstStyle/>
          <a:p>
            <a:r>
              <a:rPr lang="en-GB"/>
              <a:t>For the 1/3, 1/3, 1/3 profile, t</a:t>
            </a:r>
            <a:r>
              <a:rPr lang="en-GB" baseline="-25000"/>
              <a:t>a</a:t>
            </a:r>
            <a:r>
              <a:rPr lang="en-GB"/>
              <a:t> = </a:t>
            </a:r>
            <a:r>
              <a:rPr lang="en-GB" err="1"/>
              <a:t>t</a:t>
            </a:r>
            <a:r>
              <a:rPr lang="en-GB" baseline="-25000" err="1"/>
              <a:t>c</a:t>
            </a:r>
            <a:r>
              <a:rPr lang="en-GB"/>
              <a:t> = t</a:t>
            </a:r>
            <a:r>
              <a:rPr lang="en-GB" baseline="-25000"/>
              <a:t>d</a:t>
            </a:r>
            <a:r>
              <a:rPr lang="en-GB"/>
              <a:t>, and each segment equals 1/3 of the total time, t</a:t>
            </a:r>
            <a:r>
              <a:rPr lang="en-GB" baseline="-25000"/>
              <a:t>m</a:t>
            </a:r>
            <a:r>
              <a:rPr lang="en-GB"/>
              <a:t>. Thus, the equation becomes:</a:t>
            </a:r>
          </a:p>
        </p:txBody>
      </p:sp>
      <p:sp>
        <p:nvSpPr>
          <p:cNvPr id="8" name="Rectangle 7"/>
          <p:cNvSpPr/>
          <p:nvPr/>
        </p:nvSpPr>
        <p:spPr>
          <a:xfrm>
            <a:off x="482009" y="2573142"/>
            <a:ext cx="2565991" cy="369332"/>
          </a:xfrm>
          <a:prstGeom prst="rect">
            <a:avLst/>
          </a:prstGeom>
        </p:spPr>
        <p:txBody>
          <a:bodyPr wrap="square">
            <a:spAutoFit/>
          </a:bodyPr>
          <a:lstStyle/>
          <a:p>
            <a:r>
              <a:rPr lang="en-GB"/>
              <a:t>And simplifying, we get:</a:t>
            </a:r>
          </a:p>
        </p:txBody>
      </p:sp>
      <p:pic>
        <p:nvPicPr>
          <p:cNvPr id="1030" name="Picture 6" descr="move profi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9460" y="2416465"/>
            <a:ext cx="3493756" cy="211658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73667" y="3474759"/>
            <a:ext cx="2018501" cy="369332"/>
          </a:xfrm>
          <a:prstGeom prst="rect">
            <a:avLst/>
          </a:prstGeom>
        </p:spPr>
        <p:txBody>
          <a:bodyPr wrap="none">
            <a:spAutoFit/>
          </a:bodyPr>
          <a:lstStyle/>
          <a:p>
            <a:r>
              <a:rPr lang="en-GB" b="0" i="0" u="sng">
                <a:solidFill>
                  <a:srgbClr val="666666"/>
                </a:solidFill>
                <a:effectLst/>
                <a:latin typeface="Raleway"/>
              </a:rPr>
              <a:t>Maximum velocity</a:t>
            </a:r>
            <a:endParaRPr lang="en-GB"/>
          </a:p>
        </p:txBody>
      </p:sp>
      <p:sp>
        <p:nvSpPr>
          <p:cNvPr id="3" name="Rectangle 2"/>
          <p:cNvSpPr/>
          <p:nvPr/>
        </p:nvSpPr>
        <p:spPr>
          <a:xfrm>
            <a:off x="457571" y="4073013"/>
            <a:ext cx="1454244" cy="369332"/>
          </a:xfrm>
          <a:prstGeom prst="rect">
            <a:avLst/>
          </a:prstGeom>
        </p:spPr>
        <p:txBody>
          <a:bodyPr wrap="none">
            <a:spAutoFit/>
          </a:bodyPr>
          <a:lstStyle/>
          <a:p>
            <a:r>
              <a:rPr lang="en-GB" b="0" i="0" u="sng">
                <a:solidFill>
                  <a:srgbClr val="666666"/>
                </a:solidFill>
                <a:effectLst/>
                <a:latin typeface="Raleway"/>
              </a:rPr>
              <a:t>Acceleration</a:t>
            </a:r>
            <a:endParaRPr lang="en-GB"/>
          </a:p>
        </p:txBody>
      </p:sp>
      <p:sp>
        <p:nvSpPr>
          <p:cNvPr id="10" name="Rectangle 9"/>
          <p:cNvSpPr/>
          <p:nvPr/>
        </p:nvSpPr>
        <p:spPr>
          <a:xfrm>
            <a:off x="482009" y="4420632"/>
            <a:ext cx="11376838" cy="923330"/>
          </a:xfrm>
          <a:prstGeom prst="rect">
            <a:avLst/>
          </a:prstGeom>
        </p:spPr>
        <p:txBody>
          <a:bodyPr wrap="square">
            <a:spAutoFit/>
          </a:bodyPr>
          <a:lstStyle/>
          <a:p>
            <a:r>
              <a:rPr lang="en-GB" b="0" i="0">
                <a:solidFill>
                  <a:srgbClr val="666666"/>
                </a:solidFill>
                <a:effectLst/>
                <a:latin typeface="Raleway"/>
              </a:rPr>
              <a:t>Because the middle segment (square) is only for constant velocity (zero acceleration), the acceleration can be determined using either the left side triangle (for acceleration) or the right side triangle (for deceleration):</a:t>
            </a:r>
            <a:endParaRPr lang="en-GB"/>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D1F36B06-F5F3-3A43-9139-D218D311DB67}"/>
                  </a:ext>
                </a:extLst>
              </p:cNvPr>
              <p:cNvSpPr txBox="1"/>
              <p:nvPr/>
            </p:nvSpPr>
            <p:spPr>
              <a:xfrm>
                <a:off x="596489" y="2098593"/>
                <a:ext cx="4375108" cy="5262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𝑚</m:t>
                          </m:r>
                        </m:sub>
                      </m:sSub>
                      <m:r>
                        <a:rPr lang="en-GB" b="0" i="1" smtClean="0">
                          <a:latin typeface="Cambria Math" panose="02040503050406030204" pitchFamily="18" charset="0"/>
                        </a:rPr>
                        <m:t>=</m:t>
                      </m:r>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𝑚𝑎𝑥</m:t>
                              </m:r>
                            </m:sub>
                          </m:sSub>
                        </m:e>
                      </m:d>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3</m:t>
                              </m:r>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3</m:t>
                              </m:r>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m:t>
                              </m:r>
                            </m:sub>
                          </m:sSub>
                        </m:e>
                      </m:d>
                      <m:r>
                        <a:rPr lang="en-GB" b="0" i="1" smtClean="0">
                          <a:latin typeface="Cambria Math" panose="02040503050406030204" pitchFamily="18" charset="0"/>
                        </a:rPr>
                        <m:t>+</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𝑚𝑎𝑥</m:t>
                              </m:r>
                            </m:sub>
                          </m:sSub>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3</m:t>
                              </m:r>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m:t>
                              </m:r>
                            </m:sub>
                          </m:sSub>
                        </m:e>
                      </m:d>
                    </m:oMath>
                  </m:oMathPara>
                </a14:m>
                <a:endParaRPr lang="en-GB"/>
              </a:p>
            </p:txBody>
          </p:sp>
        </mc:Choice>
        <mc:Fallback>
          <p:sp>
            <p:nvSpPr>
              <p:cNvPr id="9" name="TextBox 8">
                <a:extLst>
                  <a:ext uri="{FF2B5EF4-FFF2-40B4-BE49-F238E27FC236}">
                    <a16:creationId xmlns:a16="http://schemas.microsoft.com/office/drawing/2014/main" id="{D1F36B06-F5F3-3A43-9139-D218D311DB67}"/>
                  </a:ext>
                </a:extLst>
              </p:cNvPr>
              <p:cNvSpPr txBox="1">
                <a:spLocks noRot="1" noChangeAspect="1" noMove="1" noResize="1" noEditPoints="1" noAdjustHandles="1" noChangeArrowheads="1" noChangeShapeType="1" noTextEdit="1"/>
              </p:cNvSpPr>
              <p:nvPr/>
            </p:nvSpPr>
            <p:spPr>
              <a:xfrm>
                <a:off x="596489" y="2098593"/>
                <a:ext cx="4375108" cy="526298"/>
              </a:xfrm>
              <a:prstGeom prst="rect">
                <a:avLst/>
              </a:prstGeom>
              <a:blipFill>
                <a:blip r:embed="rId3"/>
                <a:stretch>
                  <a:fillRect r="-139" b="-172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985EA1E9-8AC9-9644-9736-3FB7A35FB76E}"/>
                  </a:ext>
                </a:extLst>
              </p:cNvPr>
              <p:cNvSpPr txBox="1"/>
              <p:nvPr/>
            </p:nvSpPr>
            <p:spPr>
              <a:xfrm>
                <a:off x="2583657" y="3404757"/>
                <a:ext cx="1311385" cy="572721"/>
              </a:xfrm>
              <a:prstGeom prst="rect">
                <a:avLst/>
              </a:prstGeom>
              <a:solidFill>
                <a:srgbClr val="FFFF00"/>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𝑚𝑎𝑥</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2</m:t>
                          </m:r>
                        </m:den>
                      </m:f>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𝑚</m:t>
                              </m:r>
                            </m:sub>
                          </m:sSub>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m:t>
                              </m:r>
                            </m:sub>
                          </m:sSub>
                        </m:den>
                      </m:f>
                    </m:oMath>
                  </m:oMathPara>
                </a14:m>
                <a:endParaRPr lang="en-GB"/>
              </a:p>
            </p:txBody>
          </p:sp>
        </mc:Choice>
        <mc:Fallback>
          <p:sp>
            <p:nvSpPr>
              <p:cNvPr id="18" name="TextBox 17">
                <a:extLst>
                  <a:ext uri="{FF2B5EF4-FFF2-40B4-BE49-F238E27FC236}">
                    <a16:creationId xmlns:a16="http://schemas.microsoft.com/office/drawing/2014/main" id="{985EA1E9-8AC9-9644-9736-3FB7A35FB76E}"/>
                  </a:ext>
                </a:extLst>
              </p:cNvPr>
              <p:cNvSpPr txBox="1">
                <a:spLocks noRot="1" noChangeAspect="1" noMove="1" noResize="1" noEditPoints="1" noAdjustHandles="1" noChangeArrowheads="1" noChangeShapeType="1" noTextEdit="1"/>
              </p:cNvSpPr>
              <p:nvPr/>
            </p:nvSpPr>
            <p:spPr>
              <a:xfrm>
                <a:off x="2583657" y="3404757"/>
                <a:ext cx="1311385" cy="57272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BC499416-50AF-BC4F-B218-DCE63FAC4E6D}"/>
                  </a:ext>
                </a:extLst>
              </p:cNvPr>
              <p:cNvSpPr txBox="1"/>
              <p:nvPr/>
            </p:nvSpPr>
            <p:spPr>
              <a:xfrm>
                <a:off x="596489" y="5339138"/>
                <a:ext cx="3096810" cy="567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𝑚𝑎𝑥</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𝑚𝑎𝑥</m:t>
                              </m:r>
                            </m:sub>
                          </m:sSub>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𝑎</m:t>
                              </m:r>
                            </m:sub>
                          </m:sSub>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𝑚𝑎𝑥</m:t>
                              </m:r>
                            </m:sub>
                          </m:sSub>
                        </m:num>
                        <m:den>
                          <m:r>
                            <a:rPr lang="en-GB" b="0" i="1" smtClean="0">
                              <a:latin typeface="Cambria Math" panose="02040503050406030204" pitchFamily="18" charset="0"/>
                            </a:rPr>
                            <m:t>𝑡𝑚</m:t>
                          </m:r>
                          <m:r>
                            <a:rPr lang="en-GB" b="0" i="1" smtClean="0">
                              <a:latin typeface="Cambria Math" panose="02040503050406030204" pitchFamily="18" charset="0"/>
                            </a:rPr>
                            <m:t>/3</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𝑚𝑎𝑥</m:t>
                              </m:r>
                            </m:sub>
                          </m:sSub>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m:t>
                              </m:r>
                            </m:sub>
                          </m:sSub>
                        </m:den>
                      </m:f>
                    </m:oMath>
                  </m:oMathPara>
                </a14:m>
                <a:endParaRPr lang="en-GB"/>
              </a:p>
            </p:txBody>
          </p:sp>
        </mc:Choice>
        <mc:Fallback>
          <p:sp>
            <p:nvSpPr>
              <p:cNvPr id="19" name="TextBox 18">
                <a:extLst>
                  <a:ext uri="{FF2B5EF4-FFF2-40B4-BE49-F238E27FC236}">
                    <a16:creationId xmlns:a16="http://schemas.microsoft.com/office/drawing/2014/main" id="{BC499416-50AF-BC4F-B218-DCE63FAC4E6D}"/>
                  </a:ext>
                </a:extLst>
              </p:cNvPr>
              <p:cNvSpPr txBox="1">
                <a:spLocks noRot="1" noChangeAspect="1" noMove="1" noResize="1" noEditPoints="1" noAdjustHandles="1" noChangeArrowheads="1" noChangeShapeType="1" noTextEdit="1"/>
              </p:cNvSpPr>
              <p:nvPr/>
            </p:nvSpPr>
            <p:spPr>
              <a:xfrm>
                <a:off x="596489" y="5339138"/>
                <a:ext cx="3096810" cy="56720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Rectangle 12">
                <a:extLst>
                  <a:ext uri="{FF2B5EF4-FFF2-40B4-BE49-F238E27FC236}">
                    <a16:creationId xmlns:a16="http://schemas.microsoft.com/office/drawing/2014/main" id="{A926B1AB-3471-F940-9F90-9002E0F4A3E4}"/>
                  </a:ext>
                </a:extLst>
              </p:cNvPr>
              <p:cNvSpPr/>
              <p:nvPr/>
            </p:nvSpPr>
            <p:spPr>
              <a:xfrm>
                <a:off x="596489" y="2901138"/>
                <a:ext cx="1763607" cy="5740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i="1" smtClean="0">
                              <a:solidFill>
                                <a:schemeClr val="tx1"/>
                              </a:solidFill>
                              <a:latin typeface="Cambria Math" panose="02040503050406030204" pitchFamily="18" charset="0"/>
                            </a:rPr>
                          </m:ctrlPr>
                        </m:sSubPr>
                        <m:e>
                          <m:r>
                            <a:rPr lang="en-GB" i="1">
                              <a:solidFill>
                                <a:schemeClr val="tx1"/>
                              </a:solidFill>
                              <a:latin typeface="Cambria Math" panose="02040503050406030204" pitchFamily="18" charset="0"/>
                            </a:rPr>
                            <m:t>𝑑</m:t>
                          </m:r>
                        </m:e>
                        <m:sub>
                          <m:r>
                            <a:rPr lang="en-GB" i="1">
                              <a:solidFill>
                                <a:schemeClr val="tx1"/>
                              </a:solidFill>
                              <a:latin typeface="Cambria Math" panose="02040503050406030204" pitchFamily="18" charset="0"/>
                            </a:rPr>
                            <m:t>𝑚</m:t>
                          </m:r>
                        </m:sub>
                      </m:sSub>
                      <m:r>
                        <a:rPr lang="en-GB" i="1">
                          <a:solidFill>
                            <a:schemeClr val="tx1"/>
                          </a:solidFill>
                          <a:latin typeface="Cambria Math" panose="02040503050406030204" pitchFamily="18" charset="0"/>
                        </a:rPr>
                        <m:t>=</m:t>
                      </m:r>
                      <m:f>
                        <m:fPr>
                          <m:ctrlPr>
                            <a:rPr lang="en-GB" i="1">
                              <a:solidFill>
                                <a:schemeClr val="tx1"/>
                              </a:solidFill>
                              <a:latin typeface="Cambria Math" panose="02040503050406030204" pitchFamily="18" charset="0"/>
                            </a:rPr>
                          </m:ctrlPr>
                        </m:fPr>
                        <m:num>
                          <m:r>
                            <a:rPr lang="en-GB" i="1">
                              <a:solidFill>
                                <a:schemeClr val="tx1"/>
                              </a:solidFill>
                              <a:latin typeface="Cambria Math" panose="02040503050406030204" pitchFamily="18" charset="0"/>
                            </a:rPr>
                            <m:t>2</m:t>
                          </m:r>
                        </m:num>
                        <m:den>
                          <m:r>
                            <a:rPr lang="en-GB" i="1">
                              <a:solidFill>
                                <a:schemeClr val="tx1"/>
                              </a:solidFill>
                              <a:latin typeface="Cambria Math" panose="02040503050406030204" pitchFamily="18" charset="0"/>
                            </a:rPr>
                            <m:t>3</m:t>
                          </m:r>
                        </m:den>
                      </m:f>
                      <m:sSub>
                        <m:sSubPr>
                          <m:ctrlPr>
                            <a:rPr lang="en-GB" i="1">
                              <a:solidFill>
                                <a:schemeClr val="tx1"/>
                              </a:solidFill>
                              <a:latin typeface="Cambria Math" panose="02040503050406030204" pitchFamily="18" charset="0"/>
                            </a:rPr>
                          </m:ctrlPr>
                        </m:sSubPr>
                        <m:e>
                          <m:r>
                            <a:rPr lang="en-GB" i="1">
                              <a:solidFill>
                                <a:schemeClr val="tx1"/>
                              </a:solidFill>
                              <a:latin typeface="Cambria Math" panose="02040503050406030204" pitchFamily="18" charset="0"/>
                            </a:rPr>
                            <m:t>𝑡</m:t>
                          </m:r>
                        </m:e>
                        <m:sub>
                          <m:r>
                            <a:rPr lang="en-GB" i="1">
                              <a:solidFill>
                                <a:schemeClr val="tx1"/>
                              </a:solidFill>
                              <a:latin typeface="Cambria Math" panose="02040503050406030204" pitchFamily="18" charset="0"/>
                            </a:rPr>
                            <m:t>𝑚</m:t>
                          </m:r>
                        </m:sub>
                      </m:sSub>
                      <m:sSub>
                        <m:sSubPr>
                          <m:ctrlPr>
                            <a:rPr lang="en-GB" i="1">
                              <a:solidFill>
                                <a:schemeClr val="tx1"/>
                              </a:solidFill>
                              <a:latin typeface="Cambria Math" panose="02040503050406030204" pitchFamily="18" charset="0"/>
                            </a:rPr>
                          </m:ctrlPr>
                        </m:sSubPr>
                        <m:e>
                          <m:r>
                            <a:rPr lang="en-GB" i="1">
                              <a:solidFill>
                                <a:schemeClr val="tx1"/>
                              </a:solidFill>
                              <a:latin typeface="Cambria Math" panose="02040503050406030204" pitchFamily="18" charset="0"/>
                            </a:rPr>
                            <m:t>𝑣</m:t>
                          </m:r>
                        </m:e>
                        <m:sub>
                          <m:r>
                            <a:rPr lang="en-GB" i="1">
                              <a:solidFill>
                                <a:schemeClr val="tx1"/>
                              </a:solidFill>
                              <a:latin typeface="Cambria Math" panose="02040503050406030204" pitchFamily="18" charset="0"/>
                            </a:rPr>
                            <m:t>𝑚𝑎𝑥</m:t>
                          </m:r>
                        </m:sub>
                      </m:sSub>
                    </m:oMath>
                  </m:oMathPara>
                </a14:m>
                <a:endParaRPr lang="en-GB">
                  <a:solidFill>
                    <a:schemeClr val="tx1"/>
                  </a:solidFill>
                </a:endParaRPr>
              </a:p>
            </p:txBody>
          </p:sp>
        </mc:Choice>
        <mc:Fallback>
          <p:sp>
            <p:nvSpPr>
              <p:cNvPr id="13" name="Rectangle 12">
                <a:extLst>
                  <a:ext uri="{FF2B5EF4-FFF2-40B4-BE49-F238E27FC236}">
                    <a16:creationId xmlns:a16="http://schemas.microsoft.com/office/drawing/2014/main" id="{A926B1AB-3471-F940-9F90-9002E0F4A3E4}"/>
                  </a:ext>
                </a:extLst>
              </p:cNvPr>
              <p:cNvSpPr>
                <a:spLocks noRot="1" noChangeAspect="1" noMove="1" noResize="1" noEditPoints="1" noAdjustHandles="1" noChangeArrowheads="1" noChangeShapeType="1" noTextEdit="1"/>
              </p:cNvSpPr>
              <p:nvPr/>
            </p:nvSpPr>
            <p:spPr>
              <a:xfrm>
                <a:off x="596489" y="2901138"/>
                <a:ext cx="1763607" cy="574075"/>
              </a:xfrm>
              <a:prstGeom prst="rect">
                <a:avLst/>
              </a:prstGeom>
              <a:blipFill>
                <a:blip r:embed="rId6"/>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9B2C24FD-A76D-E24F-9F2D-F66DF4C81786}"/>
                  </a:ext>
                </a:extLst>
              </p:cNvPr>
              <p:cNvSpPr txBox="1"/>
              <p:nvPr/>
            </p:nvSpPr>
            <p:spPr>
              <a:xfrm>
                <a:off x="10234662" y="4175321"/>
                <a:ext cx="4950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m:t>
                          </m:r>
                        </m:sub>
                      </m:sSub>
                    </m:oMath>
                  </m:oMathPara>
                </a14:m>
                <a:endParaRPr lang="en-GB"/>
              </a:p>
            </p:txBody>
          </p:sp>
        </mc:Choice>
        <mc:Fallback>
          <p:sp>
            <p:nvSpPr>
              <p:cNvPr id="21" name="TextBox 20">
                <a:extLst>
                  <a:ext uri="{FF2B5EF4-FFF2-40B4-BE49-F238E27FC236}">
                    <a16:creationId xmlns:a16="http://schemas.microsoft.com/office/drawing/2014/main" id="{9B2C24FD-A76D-E24F-9F2D-F66DF4C81786}"/>
                  </a:ext>
                </a:extLst>
              </p:cNvPr>
              <p:cNvSpPr txBox="1">
                <a:spLocks noRot="1" noChangeAspect="1" noMove="1" noResize="1" noEditPoints="1" noAdjustHandles="1" noChangeArrowheads="1" noChangeShapeType="1" noTextEdit="1"/>
              </p:cNvSpPr>
              <p:nvPr/>
            </p:nvSpPr>
            <p:spPr>
              <a:xfrm>
                <a:off x="10234662" y="4175321"/>
                <a:ext cx="495072" cy="369332"/>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75988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mc:AlternateContent xmlns:mc="http://schemas.openxmlformats.org/markup-compatibility/2006">
        <mc:Choice xmlns:a14="http://schemas.microsoft.com/office/drawing/2010/main" Requires="a14">
          <p:sp>
            <p:nvSpPr>
              <p:cNvPr id="5" name="Subtitle 4"/>
              <p:cNvSpPr>
                <a:spLocks noGrp="1"/>
              </p:cNvSpPr>
              <p:nvPr>
                <p:ph type="subTitle" idx="1"/>
              </p:nvPr>
            </p:nvSpPr>
            <p:spPr>
              <a:xfrm>
                <a:off x="6734175" y="1630918"/>
                <a:ext cx="5359832" cy="4751028"/>
              </a:xfrm>
            </p:spPr>
            <p:txBody>
              <a:bodyPr>
                <a:normAutofit/>
              </a:bodyPr>
              <a:lstStyle/>
              <a:p>
                <a:r>
                  <a:rPr lang="en-GB" sz="2000"/>
                  <a:t>For a rotary move of </a:t>
                </a:r>
                <a14:m>
                  <m:oMath xmlns:m="http://schemas.openxmlformats.org/officeDocument/2006/math">
                    <m:r>
                      <a:rPr lang="en-GB" sz="2000" i="1" smtClean="0">
                        <a:latin typeface="Cambria Math" panose="02040503050406030204" pitchFamily="18" charset="0"/>
                        <a:ea typeface="Cambria Math" panose="02040503050406030204" pitchFamily="18" charset="0"/>
                      </a:rPr>
                      <m:t>𝜃</m:t>
                    </m:r>
                  </m:oMath>
                </a14:m>
                <a:r>
                  <a:rPr lang="en-GB" sz="2000"/>
                  <a:t> (revolutions) in </a:t>
                </a:r>
                <a14:m>
                  <m:oMath xmlns:m="http://schemas.openxmlformats.org/officeDocument/2006/math">
                    <m:sSub>
                      <m:sSubPr>
                        <m:ctrlPr>
                          <a:rPr lang="en-GB" sz="2000" i="1">
                            <a:latin typeface="Cambria Math" panose="02040503050406030204" pitchFamily="18" charset="0"/>
                            <a:ea typeface="Cambria Math" panose="02040503050406030204" pitchFamily="18" charset="0"/>
                          </a:rPr>
                        </m:ctrlPr>
                      </m:sSubPr>
                      <m:e>
                        <m:r>
                          <a:rPr lang="en-GB" sz="2000" i="1">
                            <a:latin typeface="Cambria Math" panose="02040503050406030204" pitchFamily="18" charset="0"/>
                            <a:ea typeface="Cambria Math" panose="02040503050406030204" pitchFamily="18" charset="0"/>
                          </a:rPr>
                          <m:t>𝑡</m:t>
                        </m:r>
                      </m:e>
                      <m:sub>
                        <m:r>
                          <a:rPr lang="en-GB" sz="2000" i="1">
                            <a:latin typeface="Cambria Math" panose="02040503050406030204" pitchFamily="18" charset="0"/>
                            <a:ea typeface="Cambria Math" panose="02040503050406030204" pitchFamily="18" charset="0"/>
                          </a:rPr>
                          <m:t>𝑚</m:t>
                        </m:r>
                      </m:sub>
                    </m:sSub>
                  </m:oMath>
                </a14:m>
                <a:r>
                  <a:rPr lang="en-GB" sz="2000"/>
                  <a:t> (distance moved in revolutions)</a:t>
                </a:r>
              </a:p>
              <a:p>
                <a14:m>
                  <m:oMath xmlns:m="http://schemas.openxmlformats.org/officeDocument/2006/math">
                    <m:r>
                      <a:rPr lang="en-GB" sz="2000" i="1" smtClean="0">
                        <a:latin typeface="Cambria Math" panose="02040503050406030204" pitchFamily="18" charset="0"/>
                        <a:ea typeface="Cambria Math" panose="02040503050406030204" pitchFamily="18" charset="0"/>
                      </a:rPr>
                      <m:t>𝜔</m:t>
                    </m:r>
                    <m:r>
                      <a:rPr lang="en-GB" sz="2000" b="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𝑟𝑒𝑣</m:t>
                    </m:r>
                    <m:r>
                      <a:rPr lang="en-GB" sz="2000" b="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𝑚𝑖𝑛</m:t>
                    </m:r>
                    <m:r>
                      <a:rPr lang="en-GB" sz="2000" b="0" i="1" smtClean="0">
                        <a:latin typeface="Cambria Math" panose="02040503050406030204" pitchFamily="18" charset="0"/>
                        <a:ea typeface="Cambria Math" panose="02040503050406030204" pitchFamily="18" charset="0"/>
                      </a:rPr>
                      <m:t>)=</m:t>
                    </m:r>
                    <m:f>
                      <m:fPr>
                        <m:ctrlPr>
                          <a:rPr lang="en-GB" sz="2000" b="0" i="1" smtClean="0">
                            <a:latin typeface="Cambria Math" panose="02040503050406030204" pitchFamily="18" charset="0"/>
                            <a:ea typeface="Cambria Math" panose="02040503050406030204" pitchFamily="18" charset="0"/>
                          </a:rPr>
                        </m:ctrlPr>
                      </m:fPr>
                      <m:num>
                        <m:r>
                          <a:rPr lang="en-GB" sz="2000" b="0" i="1" smtClean="0">
                            <a:latin typeface="Cambria Math" panose="02040503050406030204" pitchFamily="18" charset="0"/>
                            <a:ea typeface="Cambria Math" panose="02040503050406030204" pitchFamily="18" charset="0"/>
                          </a:rPr>
                          <m:t>3</m:t>
                        </m:r>
                        <m:r>
                          <a:rPr lang="en-GB" sz="2000" b="0" i="1" smtClean="0">
                            <a:latin typeface="Cambria Math" panose="02040503050406030204" pitchFamily="18" charset="0"/>
                            <a:ea typeface="Cambria Math" panose="02040503050406030204" pitchFamily="18" charset="0"/>
                          </a:rPr>
                          <m:t>𝜃</m:t>
                        </m:r>
                      </m:num>
                      <m:den>
                        <m:r>
                          <a:rPr lang="en-GB" sz="2000" b="0" i="1" smtClean="0">
                            <a:latin typeface="Cambria Math" panose="02040503050406030204" pitchFamily="18" charset="0"/>
                            <a:ea typeface="Cambria Math" panose="02040503050406030204" pitchFamily="18" charset="0"/>
                          </a:rPr>
                          <m:t>2</m:t>
                        </m:r>
                        <m:sSub>
                          <m:sSubPr>
                            <m:ctrlPr>
                              <a:rPr lang="en-GB" sz="2000" b="0" i="1" smtClean="0">
                                <a:latin typeface="Cambria Math" panose="02040503050406030204" pitchFamily="18" charset="0"/>
                                <a:ea typeface="Cambria Math" panose="02040503050406030204" pitchFamily="18" charset="0"/>
                              </a:rPr>
                            </m:ctrlPr>
                          </m:sSubPr>
                          <m:e>
                            <m:r>
                              <a:rPr lang="en-GB" sz="2000" b="0" i="1" smtClean="0">
                                <a:latin typeface="Cambria Math" panose="02040503050406030204" pitchFamily="18" charset="0"/>
                                <a:ea typeface="Cambria Math" panose="02040503050406030204" pitchFamily="18" charset="0"/>
                              </a:rPr>
                              <m:t>𝑡</m:t>
                            </m:r>
                          </m:e>
                          <m:sub>
                            <m:r>
                              <a:rPr lang="en-GB" sz="2000" b="0" i="1" smtClean="0">
                                <a:latin typeface="Cambria Math" panose="02040503050406030204" pitchFamily="18" charset="0"/>
                                <a:ea typeface="Cambria Math" panose="02040503050406030204" pitchFamily="18" charset="0"/>
                              </a:rPr>
                              <m:t>𝑚</m:t>
                            </m:r>
                          </m:sub>
                        </m:sSub>
                      </m:den>
                    </m:f>
                  </m:oMath>
                </a14:m>
                <a:r>
                  <a:rPr lang="en-GB" sz="2000"/>
                  <a:t>   (Peak speed)</a:t>
                </a:r>
              </a:p>
              <a:p>
                <a:endParaRPr lang="en-GB" sz="2000"/>
              </a:p>
              <a:p>
                <a14:m>
                  <m:oMath xmlns:m="http://schemas.openxmlformats.org/officeDocument/2006/math">
                    <m:r>
                      <a:rPr lang="en-GB" sz="2000" i="1" smtClean="0">
                        <a:latin typeface="Cambria Math" panose="02040503050406030204" pitchFamily="18" charset="0"/>
                        <a:ea typeface="Cambria Math" panose="02040503050406030204" pitchFamily="18" charset="0"/>
                      </a:rPr>
                      <m:t>𝛼</m:t>
                    </m:r>
                    <m:r>
                      <a:rPr lang="en-GB" sz="2000" i="1">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𝑟𝑒𝑣</m:t>
                    </m:r>
                    <m:r>
                      <a:rPr lang="en-GB" sz="2000" i="1">
                        <a:latin typeface="Cambria Math" panose="02040503050406030204" pitchFamily="18" charset="0"/>
                        <a:ea typeface="Cambria Math" panose="02040503050406030204" pitchFamily="18" charset="0"/>
                      </a:rPr>
                      <m:t>/</m:t>
                    </m:r>
                    <m:sSup>
                      <m:sSupPr>
                        <m:ctrlPr>
                          <a:rPr lang="en-GB" sz="2000" i="1" smtClean="0">
                            <a:latin typeface="Cambria Math" panose="02040503050406030204" pitchFamily="18" charset="0"/>
                            <a:ea typeface="Cambria Math" panose="02040503050406030204" pitchFamily="18" charset="0"/>
                          </a:rPr>
                        </m:ctrlPr>
                      </m:sSupPr>
                      <m:e>
                        <m:r>
                          <a:rPr lang="en-GB" sz="2000" i="1">
                            <a:latin typeface="Cambria Math" panose="02040503050406030204" pitchFamily="18" charset="0"/>
                            <a:ea typeface="Cambria Math" panose="02040503050406030204" pitchFamily="18" charset="0"/>
                          </a:rPr>
                          <m:t>𝑚𝑖𝑛</m:t>
                        </m:r>
                      </m:e>
                      <m:sup>
                        <m:r>
                          <a:rPr lang="en-GB" sz="2000" b="0" i="1" smtClean="0">
                            <a:latin typeface="Cambria Math" panose="02040503050406030204" pitchFamily="18" charset="0"/>
                            <a:ea typeface="Cambria Math" panose="02040503050406030204" pitchFamily="18" charset="0"/>
                          </a:rPr>
                          <m:t>2</m:t>
                        </m:r>
                      </m:sup>
                    </m:sSup>
                    <m:r>
                      <a:rPr lang="en-GB" sz="2000" i="1">
                        <a:latin typeface="Cambria Math" panose="02040503050406030204" pitchFamily="18" charset="0"/>
                        <a:ea typeface="Cambria Math" panose="02040503050406030204" pitchFamily="18" charset="0"/>
                      </a:rPr>
                      <m:t>)=</m:t>
                    </m:r>
                    <m:f>
                      <m:fPr>
                        <m:ctrlPr>
                          <a:rPr lang="en-GB" sz="2000" i="1" smtClean="0">
                            <a:latin typeface="Cambria Math" panose="02040503050406030204" pitchFamily="18" charset="0"/>
                            <a:ea typeface="Cambria Math" panose="02040503050406030204" pitchFamily="18" charset="0"/>
                          </a:rPr>
                        </m:ctrlPr>
                      </m:fPr>
                      <m:num>
                        <m:r>
                          <a:rPr lang="en-GB" sz="2000" i="1">
                            <a:latin typeface="Cambria Math" panose="02040503050406030204" pitchFamily="18" charset="0"/>
                            <a:ea typeface="Cambria Math" panose="02040503050406030204" pitchFamily="18" charset="0"/>
                          </a:rPr>
                          <m:t>3</m:t>
                        </m:r>
                        <m:r>
                          <a:rPr lang="en-GB" sz="2000" i="1">
                            <a:latin typeface="Cambria Math" panose="02040503050406030204" pitchFamily="18" charset="0"/>
                            <a:ea typeface="Cambria Math" panose="02040503050406030204" pitchFamily="18" charset="0"/>
                          </a:rPr>
                          <m:t>𝜔</m:t>
                        </m:r>
                      </m:num>
                      <m:den>
                        <m:sSub>
                          <m:sSubPr>
                            <m:ctrlPr>
                              <a:rPr lang="en-GB" sz="2000" i="1">
                                <a:latin typeface="Cambria Math" panose="02040503050406030204" pitchFamily="18" charset="0"/>
                                <a:ea typeface="Cambria Math" panose="02040503050406030204" pitchFamily="18" charset="0"/>
                              </a:rPr>
                            </m:ctrlPr>
                          </m:sSubPr>
                          <m:e>
                            <m:r>
                              <a:rPr lang="en-GB" sz="2000" i="1">
                                <a:latin typeface="Cambria Math" panose="02040503050406030204" pitchFamily="18" charset="0"/>
                                <a:ea typeface="Cambria Math" panose="02040503050406030204" pitchFamily="18" charset="0"/>
                              </a:rPr>
                              <m:t>𝑡</m:t>
                            </m:r>
                          </m:e>
                          <m:sub>
                            <m:r>
                              <a:rPr lang="en-GB" sz="2000" i="1">
                                <a:latin typeface="Cambria Math" panose="02040503050406030204" pitchFamily="18" charset="0"/>
                                <a:ea typeface="Cambria Math" panose="02040503050406030204" pitchFamily="18" charset="0"/>
                              </a:rPr>
                              <m:t>𝑚</m:t>
                            </m:r>
                          </m:sub>
                        </m:sSub>
                      </m:den>
                    </m:f>
                  </m:oMath>
                </a14:m>
                <a:r>
                  <a:rPr lang="en-GB" sz="2000"/>
                  <a:t> (Acceleration)</a:t>
                </a:r>
              </a:p>
              <a:p>
                <a:endParaRPr lang="en-GB" sz="2000"/>
              </a:p>
              <a:p>
                <a:endParaRPr lang="en-GB" sz="2000"/>
              </a:p>
              <a:p>
                <a14:m>
                  <m:oMath xmlns:m="http://schemas.openxmlformats.org/officeDocument/2006/math">
                    <m:r>
                      <a:rPr lang="en-GB" sz="2000" b="0" i="1" smtClean="0">
                        <a:latin typeface="Cambria Math" panose="02040503050406030204" pitchFamily="18" charset="0"/>
                        <a:ea typeface="Cambria Math" panose="02040503050406030204" pitchFamily="18" charset="0"/>
                      </a:rPr>
                      <m:t>𝑑</m:t>
                    </m:r>
                    <m:r>
                      <a:rPr lang="en-GB" sz="2000" b="0" i="1" smtClean="0">
                        <a:latin typeface="Cambria Math" panose="02040503050406030204" pitchFamily="18" charset="0"/>
                        <a:ea typeface="Cambria Math" panose="02040503050406030204" pitchFamily="18" charset="0"/>
                      </a:rPr>
                      <m:t>=</m:t>
                    </m:r>
                    <m:f>
                      <m:fPr>
                        <m:ctrlPr>
                          <a:rPr lang="en-GB" sz="2000" b="0" i="1" smtClean="0">
                            <a:latin typeface="Cambria Math" panose="02040503050406030204" pitchFamily="18" charset="0"/>
                            <a:ea typeface="Cambria Math" panose="02040503050406030204" pitchFamily="18" charset="0"/>
                          </a:rPr>
                        </m:ctrlPr>
                      </m:fPr>
                      <m:num>
                        <m:r>
                          <a:rPr lang="en-GB" sz="2000" b="0" i="1" smtClean="0">
                            <a:latin typeface="Cambria Math" panose="02040503050406030204" pitchFamily="18" charset="0"/>
                            <a:ea typeface="Cambria Math" panose="02040503050406030204" pitchFamily="18" charset="0"/>
                          </a:rPr>
                          <m:t>𝑎𝑐𝑐</m:t>
                        </m:r>
                        <m:r>
                          <a:rPr lang="en-GB" sz="2000" b="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𝑑𝑒𝑐</m:t>
                        </m:r>
                      </m:num>
                      <m:den>
                        <m:r>
                          <a:rPr lang="en-GB" sz="2000" b="0" i="1" smtClean="0">
                            <a:latin typeface="Cambria Math" panose="02040503050406030204" pitchFamily="18" charset="0"/>
                            <a:ea typeface="Cambria Math" panose="02040503050406030204" pitchFamily="18" charset="0"/>
                          </a:rPr>
                          <m:t>𝑝𝑒𝑟𝑖𝑜𝑑</m:t>
                        </m:r>
                      </m:den>
                    </m:f>
                    <m:r>
                      <a:rPr lang="en-GB" sz="2000" b="0" i="1" smtClean="0">
                        <a:latin typeface="Cambria Math" panose="02040503050406030204" pitchFamily="18" charset="0"/>
                        <a:ea typeface="Cambria Math" panose="02040503050406030204" pitchFamily="18" charset="0"/>
                      </a:rPr>
                      <m:t>=</m:t>
                    </m:r>
                    <m:f>
                      <m:fPr>
                        <m:ctrlPr>
                          <a:rPr lang="en-GB" sz="2000" b="0" i="1" smtClean="0">
                            <a:latin typeface="Cambria Math" panose="02040503050406030204" pitchFamily="18" charset="0"/>
                            <a:ea typeface="Cambria Math" panose="02040503050406030204" pitchFamily="18" charset="0"/>
                          </a:rPr>
                        </m:ctrlPr>
                      </m:fPr>
                      <m:num>
                        <m:d>
                          <m:dPr>
                            <m:ctrlPr>
                              <a:rPr lang="en-GB" sz="2000" b="0" i="1" smtClean="0">
                                <a:latin typeface="Cambria Math" panose="02040503050406030204" pitchFamily="18" charset="0"/>
                                <a:ea typeface="Cambria Math" panose="02040503050406030204" pitchFamily="18" charset="0"/>
                              </a:rPr>
                            </m:ctrlPr>
                          </m:dPr>
                          <m:e>
                            <m:f>
                              <m:fPr>
                                <m:ctrlPr>
                                  <a:rPr lang="en-GB" sz="2000" b="0" i="1" smtClean="0">
                                    <a:latin typeface="Cambria Math" panose="02040503050406030204" pitchFamily="18" charset="0"/>
                                    <a:ea typeface="Cambria Math" panose="02040503050406030204" pitchFamily="18" charset="0"/>
                                  </a:rPr>
                                </m:ctrlPr>
                              </m:fPr>
                              <m:num>
                                <m:sSub>
                                  <m:sSubPr>
                                    <m:ctrlPr>
                                      <a:rPr lang="en-GB" sz="2000" b="0" i="1" smtClean="0">
                                        <a:latin typeface="Cambria Math" panose="02040503050406030204" pitchFamily="18" charset="0"/>
                                        <a:ea typeface="Cambria Math" panose="02040503050406030204" pitchFamily="18" charset="0"/>
                                      </a:rPr>
                                    </m:ctrlPr>
                                  </m:sSubPr>
                                  <m:e>
                                    <m:r>
                                      <a:rPr lang="en-GB" sz="2000" b="0" i="1" smtClean="0">
                                        <a:latin typeface="Cambria Math" panose="02040503050406030204" pitchFamily="18" charset="0"/>
                                        <a:ea typeface="Cambria Math" panose="02040503050406030204" pitchFamily="18" charset="0"/>
                                      </a:rPr>
                                      <m:t>𝑡</m:t>
                                    </m:r>
                                  </m:e>
                                  <m:sub>
                                    <m:r>
                                      <a:rPr lang="en-GB" sz="2000" b="0" i="1" smtClean="0">
                                        <a:latin typeface="Cambria Math" panose="02040503050406030204" pitchFamily="18" charset="0"/>
                                        <a:ea typeface="Cambria Math" panose="02040503050406030204" pitchFamily="18" charset="0"/>
                                      </a:rPr>
                                      <m:t>𝑚</m:t>
                                    </m:r>
                                  </m:sub>
                                </m:sSub>
                              </m:num>
                              <m:den>
                                <m:r>
                                  <a:rPr lang="en-GB" sz="2000" b="0" i="1" smtClean="0">
                                    <a:latin typeface="Cambria Math" panose="02040503050406030204" pitchFamily="18" charset="0"/>
                                    <a:ea typeface="Cambria Math" panose="02040503050406030204" pitchFamily="18" charset="0"/>
                                  </a:rPr>
                                  <m:t>3</m:t>
                                </m:r>
                              </m:den>
                            </m:f>
                            <m:r>
                              <a:rPr lang="en-GB" sz="2000" b="0" i="1" smtClean="0">
                                <a:latin typeface="Cambria Math" panose="02040503050406030204" pitchFamily="18" charset="0"/>
                                <a:ea typeface="Cambria Math" panose="02040503050406030204" pitchFamily="18" charset="0"/>
                              </a:rPr>
                              <m:t>+</m:t>
                            </m:r>
                            <m:f>
                              <m:fPr>
                                <m:ctrlPr>
                                  <a:rPr lang="en-GB" sz="2000" b="0" i="1" smtClean="0">
                                    <a:latin typeface="Cambria Math" panose="02040503050406030204" pitchFamily="18" charset="0"/>
                                    <a:ea typeface="Cambria Math" panose="02040503050406030204" pitchFamily="18" charset="0"/>
                                  </a:rPr>
                                </m:ctrlPr>
                              </m:fPr>
                              <m:num>
                                <m:sSub>
                                  <m:sSubPr>
                                    <m:ctrlPr>
                                      <a:rPr lang="en-GB" sz="2000" b="0" i="1" smtClean="0">
                                        <a:latin typeface="Cambria Math" panose="02040503050406030204" pitchFamily="18" charset="0"/>
                                        <a:ea typeface="Cambria Math" panose="02040503050406030204" pitchFamily="18" charset="0"/>
                                      </a:rPr>
                                    </m:ctrlPr>
                                  </m:sSubPr>
                                  <m:e>
                                    <m:r>
                                      <a:rPr lang="en-GB" sz="2000" b="0" i="1" smtClean="0">
                                        <a:latin typeface="Cambria Math" panose="02040503050406030204" pitchFamily="18" charset="0"/>
                                        <a:ea typeface="Cambria Math" panose="02040503050406030204" pitchFamily="18" charset="0"/>
                                      </a:rPr>
                                      <m:t>𝑡</m:t>
                                    </m:r>
                                  </m:e>
                                  <m:sub>
                                    <m:r>
                                      <a:rPr lang="en-GB" sz="2000" b="0" i="1" smtClean="0">
                                        <a:latin typeface="Cambria Math" panose="02040503050406030204" pitchFamily="18" charset="0"/>
                                        <a:ea typeface="Cambria Math" panose="02040503050406030204" pitchFamily="18" charset="0"/>
                                      </a:rPr>
                                      <m:t>𝑚</m:t>
                                    </m:r>
                                  </m:sub>
                                </m:sSub>
                              </m:num>
                              <m:den>
                                <m:r>
                                  <a:rPr lang="en-GB" sz="2000" b="0" i="1" smtClean="0">
                                    <a:latin typeface="Cambria Math" panose="02040503050406030204" pitchFamily="18" charset="0"/>
                                    <a:ea typeface="Cambria Math" panose="02040503050406030204" pitchFamily="18" charset="0"/>
                                  </a:rPr>
                                  <m:t>3</m:t>
                                </m:r>
                              </m:den>
                            </m:f>
                          </m:e>
                        </m:d>
                      </m:num>
                      <m:den>
                        <m:r>
                          <a:rPr lang="en-GB" sz="2000" b="0" i="1" smtClean="0">
                            <a:latin typeface="Cambria Math" panose="02040503050406030204" pitchFamily="18" charset="0"/>
                            <a:ea typeface="Cambria Math" panose="02040503050406030204" pitchFamily="18" charset="0"/>
                          </a:rPr>
                          <m:t>(</m:t>
                        </m:r>
                        <m:sSub>
                          <m:sSubPr>
                            <m:ctrlPr>
                              <a:rPr lang="en-GB" sz="2000" b="0" i="1" smtClean="0">
                                <a:latin typeface="Cambria Math" panose="02040503050406030204" pitchFamily="18" charset="0"/>
                                <a:ea typeface="Cambria Math" panose="02040503050406030204" pitchFamily="18" charset="0"/>
                              </a:rPr>
                            </m:ctrlPr>
                          </m:sSubPr>
                          <m:e>
                            <m:r>
                              <a:rPr lang="en-GB" sz="2000" b="0" i="1" smtClean="0">
                                <a:latin typeface="Cambria Math" panose="02040503050406030204" pitchFamily="18" charset="0"/>
                                <a:ea typeface="Cambria Math" panose="02040503050406030204" pitchFamily="18" charset="0"/>
                              </a:rPr>
                              <m:t>𝑡</m:t>
                            </m:r>
                          </m:e>
                          <m:sub>
                            <m:r>
                              <a:rPr lang="en-GB" sz="2000" b="0" i="1" smtClean="0">
                                <a:latin typeface="Cambria Math" panose="02040503050406030204" pitchFamily="18" charset="0"/>
                                <a:ea typeface="Cambria Math" panose="02040503050406030204" pitchFamily="18" charset="0"/>
                              </a:rPr>
                              <m:t>𝑚</m:t>
                            </m:r>
                          </m:sub>
                        </m:sSub>
                        <m:r>
                          <a:rPr lang="en-GB" sz="2000" b="0" i="1" smtClean="0">
                            <a:latin typeface="Cambria Math" panose="02040503050406030204" pitchFamily="18" charset="0"/>
                            <a:ea typeface="Cambria Math" panose="02040503050406030204" pitchFamily="18" charset="0"/>
                          </a:rPr>
                          <m:t>+</m:t>
                        </m:r>
                        <m:sSub>
                          <m:sSubPr>
                            <m:ctrlPr>
                              <a:rPr lang="en-GB" sz="2000" b="0" i="1" smtClean="0">
                                <a:latin typeface="Cambria Math" panose="02040503050406030204" pitchFamily="18" charset="0"/>
                                <a:ea typeface="Cambria Math" panose="02040503050406030204" pitchFamily="18" charset="0"/>
                              </a:rPr>
                            </m:ctrlPr>
                          </m:sSubPr>
                          <m:e>
                            <m:r>
                              <a:rPr lang="en-GB" sz="2000" b="0" i="1" smtClean="0">
                                <a:latin typeface="Cambria Math" panose="02040503050406030204" pitchFamily="18" charset="0"/>
                                <a:ea typeface="Cambria Math" panose="02040503050406030204" pitchFamily="18" charset="0"/>
                              </a:rPr>
                              <m:t>𝑡</m:t>
                            </m:r>
                          </m:e>
                          <m:sub>
                            <m:r>
                              <a:rPr lang="en-GB" sz="2000" b="0" i="1" smtClean="0">
                                <a:latin typeface="Cambria Math" panose="02040503050406030204" pitchFamily="18" charset="0"/>
                                <a:ea typeface="Cambria Math" panose="02040503050406030204" pitchFamily="18" charset="0"/>
                              </a:rPr>
                              <m:t>𝑑</m:t>
                            </m:r>
                          </m:sub>
                        </m:sSub>
                        <m:r>
                          <a:rPr lang="en-GB" sz="2000" b="0" i="1" smtClean="0">
                            <a:latin typeface="Cambria Math" panose="02040503050406030204" pitchFamily="18" charset="0"/>
                            <a:ea typeface="Cambria Math" panose="02040503050406030204" pitchFamily="18" charset="0"/>
                          </a:rPr>
                          <m:t>)</m:t>
                        </m:r>
                      </m:den>
                    </m:f>
                    <m:r>
                      <a:rPr lang="en-GB" sz="2000" b="0" i="1" smtClean="0">
                        <a:latin typeface="Cambria Math" panose="02040503050406030204" pitchFamily="18" charset="0"/>
                        <a:ea typeface="Cambria Math" panose="02040503050406030204" pitchFamily="18" charset="0"/>
                      </a:rPr>
                      <m:t>=</m:t>
                    </m:r>
                    <m:f>
                      <m:fPr>
                        <m:ctrlPr>
                          <a:rPr lang="en-GB" sz="2000" b="0" i="1" smtClean="0">
                            <a:latin typeface="Cambria Math" panose="02040503050406030204" pitchFamily="18" charset="0"/>
                            <a:ea typeface="Cambria Math" panose="02040503050406030204" pitchFamily="18" charset="0"/>
                          </a:rPr>
                        </m:ctrlPr>
                      </m:fPr>
                      <m:num>
                        <m:r>
                          <a:rPr lang="en-GB" sz="2000" b="0" i="1" smtClean="0">
                            <a:latin typeface="Cambria Math" panose="02040503050406030204" pitchFamily="18" charset="0"/>
                            <a:ea typeface="Cambria Math" panose="02040503050406030204" pitchFamily="18" charset="0"/>
                          </a:rPr>
                          <m:t>2</m:t>
                        </m:r>
                        <m:sSub>
                          <m:sSubPr>
                            <m:ctrlPr>
                              <a:rPr lang="en-GB" sz="2000" i="1">
                                <a:latin typeface="Cambria Math" panose="02040503050406030204" pitchFamily="18" charset="0"/>
                                <a:ea typeface="Cambria Math" panose="02040503050406030204" pitchFamily="18" charset="0"/>
                              </a:rPr>
                            </m:ctrlPr>
                          </m:sSubPr>
                          <m:e>
                            <m:r>
                              <a:rPr lang="en-GB" sz="2000" i="1">
                                <a:latin typeface="Cambria Math" panose="02040503050406030204" pitchFamily="18" charset="0"/>
                                <a:ea typeface="Cambria Math" panose="02040503050406030204" pitchFamily="18" charset="0"/>
                              </a:rPr>
                              <m:t>𝑡</m:t>
                            </m:r>
                          </m:e>
                          <m:sub>
                            <m:r>
                              <a:rPr lang="en-GB" sz="2000" i="1">
                                <a:latin typeface="Cambria Math" panose="02040503050406030204" pitchFamily="18" charset="0"/>
                                <a:ea typeface="Cambria Math" panose="02040503050406030204" pitchFamily="18" charset="0"/>
                              </a:rPr>
                              <m:t>𝑚</m:t>
                            </m:r>
                          </m:sub>
                        </m:sSub>
                      </m:num>
                      <m:den>
                        <m:r>
                          <a:rPr lang="en-GB" sz="2000" b="0" i="1" smtClean="0">
                            <a:latin typeface="Cambria Math" panose="02040503050406030204" pitchFamily="18" charset="0"/>
                            <a:ea typeface="Cambria Math" panose="02040503050406030204" pitchFamily="18" charset="0"/>
                          </a:rPr>
                          <m:t>3(</m:t>
                        </m:r>
                        <m:sSub>
                          <m:sSubPr>
                            <m:ctrlPr>
                              <a:rPr lang="en-GB" sz="2000" i="1">
                                <a:latin typeface="Cambria Math" panose="02040503050406030204" pitchFamily="18" charset="0"/>
                                <a:ea typeface="Cambria Math" panose="02040503050406030204" pitchFamily="18" charset="0"/>
                              </a:rPr>
                            </m:ctrlPr>
                          </m:sSubPr>
                          <m:e>
                            <m:r>
                              <a:rPr lang="en-GB" sz="2000" i="1">
                                <a:latin typeface="Cambria Math" panose="02040503050406030204" pitchFamily="18" charset="0"/>
                                <a:ea typeface="Cambria Math" panose="02040503050406030204" pitchFamily="18" charset="0"/>
                              </a:rPr>
                              <m:t>𝑡</m:t>
                            </m:r>
                          </m:e>
                          <m:sub>
                            <m:r>
                              <a:rPr lang="en-GB" sz="2000" i="1">
                                <a:latin typeface="Cambria Math" panose="02040503050406030204" pitchFamily="18" charset="0"/>
                                <a:ea typeface="Cambria Math" panose="02040503050406030204" pitchFamily="18" charset="0"/>
                              </a:rPr>
                              <m:t>𝑚</m:t>
                            </m:r>
                          </m:sub>
                        </m:sSub>
                        <m:r>
                          <a:rPr lang="en-GB" sz="2000" b="0" i="1" smtClean="0">
                            <a:latin typeface="Cambria Math" panose="02040503050406030204" pitchFamily="18" charset="0"/>
                            <a:ea typeface="Cambria Math" panose="02040503050406030204" pitchFamily="18" charset="0"/>
                          </a:rPr>
                          <m:t>+</m:t>
                        </m:r>
                        <m:sSub>
                          <m:sSubPr>
                            <m:ctrlPr>
                              <a:rPr lang="en-GB" sz="2000" i="1">
                                <a:latin typeface="Cambria Math" panose="02040503050406030204" pitchFamily="18" charset="0"/>
                                <a:ea typeface="Cambria Math" panose="02040503050406030204" pitchFamily="18" charset="0"/>
                              </a:rPr>
                            </m:ctrlPr>
                          </m:sSubPr>
                          <m:e>
                            <m:r>
                              <a:rPr lang="en-GB" sz="2000" i="1">
                                <a:latin typeface="Cambria Math" panose="02040503050406030204" pitchFamily="18" charset="0"/>
                                <a:ea typeface="Cambria Math" panose="02040503050406030204" pitchFamily="18" charset="0"/>
                              </a:rPr>
                              <m:t>𝑡</m:t>
                            </m:r>
                          </m:e>
                          <m:sub>
                            <m:r>
                              <a:rPr lang="en-GB" sz="2000" b="0" i="1" smtClean="0">
                                <a:latin typeface="Cambria Math" panose="02040503050406030204" pitchFamily="18" charset="0"/>
                                <a:ea typeface="Cambria Math" panose="02040503050406030204" pitchFamily="18" charset="0"/>
                              </a:rPr>
                              <m:t>𝑑</m:t>
                            </m:r>
                          </m:sub>
                        </m:sSub>
                        <m:r>
                          <a:rPr lang="en-GB" sz="2000" b="0" i="1" smtClean="0">
                            <a:latin typeface="Cambria Math" panose="02040503050406030204" pitchFamily="18" charset="0"/>
                            <a:ea typeface="Cambria Math" panose="02040503050406030204" pitchFamily="18" charset="0"/>
                          </a:rPr>
                          <m:t>)</m:t>
                        </m:r>
                      </m:den>
                    </m:f>
                  </m:oMath>
                </a14:m>
                <a:r>
                  <a:rPr lang="en-GB" sz="2000"/>
                  <a:t>  (Duty cycle)</a:t>
                </a:r>
              </a:p>
            </p:txBody>
          </p:sp>
        </mc:Choice>
        <mc:Fallback>
          <p:sp>
            <p:nvSpPr>
              <p:cNvPr id="5" name="Subtitle 4"/>
              <p:cNvSpPr>
                <a:spLocks noGrp="1" noRot="1" noChangeAspect="1" noMove="1" noResize="1" noEditPoints="1" noAdjustHandles="1" noChangeArrowheads="1" noChangeShapeType="1" noTextEdit="1"/>
              </p:cNvSpPr>
              <p:nvPr>
                <p:ph type="subTitle" idx="1"/>
              </p:nvPr>
            </p:nvSpPr>
            <p:spPr>
              <a:xfrm>
                <a:off x="6734175" y="1630918"/>
                <a:ext cx="5359832" cy="4751028"/>
              </a:xfrm>
              <a:blipFill>
                <a:blip r:embed="rId2"/>
                <a:stretch>
                  <a:fillRect t="-1412"/>
                </a:stretch>
              </a:blipFill>
            </p:spPr>
            <p:txBody>
              <a:bodyPr/>
              <a:lstStyle/>
              <a:p>
                <a:r>
                  <a:rPr lang="en-US">
                    <a:noFill/>
                  </a:rPr>
                  <a:t> </a:t>
                </a:r>
              </a:p>
            </p:txBody>
          </p:sp>
        </mc:Fallback>
      </mc:AlternateContent>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564718" y="742434"/>
            <a:ext cx="4016164" cy="523220"/>
          </a:xfrm>
          <a:prstGeom prst="rect">
            <a:avLst/>
          </a:prstGeom>
        </p:spPr>
        <p:txBody>
          <a:bodyPr wrap="none">
            <a:spAutoFit/>
          </a:bodyPr>
          <a:lstStyle/>
          <a:p>
            <a:r>
              <a:rPr lang="en-GB" sz="2800"/>
              <a:t>Relationships - trapezoidal</a:t>
            </a:r>
            <a:endParaRPr lang="fr-FR" sz="2800"/>
          </a:p>
        </p:txBody>
      </p:sp>
      <p:pic>
        <p:nvPicPr>
          <p:cNvPr id="8" name="Picture 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7993" y="2536019"/>
            <a:ext cx="5359832" cy="2944641"/>
          </a:xfrm>
          <a:prstGeom prst="rect">
            <a:avLst/>
          </a:prstGeom>
        </p:spPr>
      </p:pic>
      <p:cxnSp>
        <p:nvCxnSpPr>
          <p:cNvPr id="13" name="Straight Connector 12">
            <a:extLst>
              <a:ext uri="{FF2B5EF4-FFF2-40B4-BE49-F238E27FC236}">
                <a16:creationId xmlns:a16="http://schemas.microsoft.com/office/drawing/2014/main" id="{1431F5D4-5F62-444B-8AB9-796CF5EABE16}"/>
              </a:ext>
            </a:extLst>
          </p:cNvPr>
          <p:cNvCxnSpPr>
            <a:cxnSpLocks/>
          </p:cNvCxnSpPr>
          <p:nvPr/>
        </p:nvCxnSpPr>
        <p:spPr>
          <a:xfrm>
            <a:off x="7229835" y="1358900"/>
            <a:ext cx="0" cy="938592"/>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A1C9434-98FB-41F6-B2B5-7676A0FB02CF}"/>
              </a:ext>
            </a:extLst>
          </p:cNvPr>
          <p:cNvSpPr txBox="1"/>
          <p:nvPr/>
        </p:nvSpPr>
        <p:spPr>
          <a:xfrm>
            <a:off x="5059369" y="1592954"/>
            <a:ext cx="2170466" cy="400110"/>
          </a:xfrm>
          <a:prstGeom prst="rect">
            <a:avLst/>
          </a:prstGeom>
          <a:noFill/>
        </p:spPr>
        <p:txBody>
          <a:bodyPr wrap="none" rtlCol="0">
            <a:spAutoFit/>
          </a:bodyPr>
          <a:lstStyle/>
          <a:p>
            <a:r>
              <a:rPr lang="en-GB" sz="2000"/>
              <a:t>For a linear motion</a:t>
            </a:r>
          </a:p>
        </p:txBody>
      </p:sp>
      <p:sp>
        <p:nvSpPr>
          <p:cNvPr id="15" name="Arrow: Right 14">
            <a:extLst>
              <a:ext uri="{FF2B5EF4-FFF2-40B4-BE49-F238E27FC236}">
                <a16:creationId xmlns:a16="http://schemas.microsoft.com/office/drawing/2014/main" id="{55E686E5-1DCE-464E-9B6F-29EC3F92D1C1}"/>
              </a:ext>
            </a:extLst>
          </p:cNvPr>
          <p:cNvSpPr/>
          <p:nvPr/>
        </p:nvSpPr>
        <p:spPr>
          <a:xfrm>
            <a:off x="7114655" y="2409825"/>
            <a:ext cx="346955" cy="30422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6" name="Arrow: Right 15">
            <a:extLst>
              <a:ext uri="{FF2B5EF4-FFF2-40B4-BE49-F238E27FC236}">
                <a16:creationId xmlns:a16="http://schemas.microsoft.com/office/drawing/2014/main" id="{C2F890AE-541E-4823-9E82-6AF4BCDB513E}"/>
              </a:ext>
            </a:extLst>
          </p:cNvPr>
          <p:cNvSpPr/>
          <p:nvPr/>
        </p:nvSpPr>
        <p:spPr>
          <a:xfrm>
            <a:off x="7093577" y="3374897"/>
            <a:ext cx="346955" cy="30422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BA8284E5-4979-1246-9708-E60D2D299112}"/>
                  </a:ext>
                </a:extLst>
              </p:cNvPr>
              <p:cNvSpPr txBox="1"/>
              <p:nvPr/>
            </p:nvSpPr>
            <p:spPr>
              <a:xfrm>
                <a:off x="5555440" y="2249658"/>
                <a:ext cx="1311385" cy="5727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𝑚𝑎𝑥</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2</m:t>
                          </m:r>
                        </m:den>
                      </m:f>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𝑚</m:t>
                              </m:r>
                            </m:sub>
                          </m:sSub>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m:t>
                              </m:r>
                            </m:sub>
                          </m:sSub>
                        </m:den>
                      </m:f>
                    </m:oMath>
                  </m:oMathPara>
                </a14:m>
                <a:endParaRPr lang="en-GB"/>
              </a:p>
            </p:txBody>
          </p:sp>
        </mc:Choice>
        <mc:Fallback>
          <p:sp>
            <p:nvSpPr>
              <p:cNvPr id="17" name="TextBox 16">
                <a:extLst>
                  <a:ext uri="{FF2B5EF4-FFF2-40B4-BE49-F238E27FC236}">
                    <a16:creationId xmlns:a16="http://schemas.microsoft.com/office/drawing/2014/main" id="{BA8284E5-4979-1246-9708-E60D2D299112}"/>
                  </a:ext>
                </a:extLst>
              </p:cNvPr>
              <p:cNvSpPr txBox="1">
                <a:spLocks noRot="1" noChangeAspect="1" noMove="1" noResize="1" noEditPoints="1" noAdjustHandles="1" noChangeArrowheads="1" noChangeShapeType="1" noTextEdit="1"/>
              </p:cNvSpPr>
              <p:nvPr/>
            </p:nvSpPr>
            <p:spPr>
              <a:xfrm>
                <a:off x="5555440" y="2249658"/>
                <a:ext cx="1311385" cy="57272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34406509-2D8E-AB45-88CA-2E0F29887539}"/>
                  </a:ext>
                </a:extLst>
              </p:cNvPr>
              <p:cNvSpPr/>
              <p:nvPr/>
            </p:nvSpPr>
            <p:spPr>
              <a:xfrm>
                <a:off x="5457825" y="3163188"/>
                <a:ext cx="1659557" cy="6595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𝑎</m:t>
                          </m:r>
                        </m:e>
                        <m:sub>
                          <m:r>
                            <a:rPr lang="en-GB" i="1">
                              <a:latin typeface="Cambria Math" panose="02040503050406030204" pitchFamily="18" charset="0"/>
                            </a:rPr>
                            <m:t>𝑚𝑎𝑥</m:t>
                          </m:r>
                        </m:sub>
                      </m:sSub>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3</m:t>
                          </m:r>
                          <m:sSub>
                            <m:sSubPr>
                              <m:ctrlPr>
                                <a:rPr lang="en-GB" i="1">
                                  <a:latin typeface="Cambria Math" panose="02040503050406030204" pitchFamily="18" charset="0"/>
                                </a:rPr>
                              </m:ctrlPr>
                            </m:sSubPr>
                            <m:e>
                              <m:r>
                                <a:rPr lang="en-GB" i="1">
                                  <a:latin typeface="Cambria Math" panose="02040503050406030204" pitchFamily="18" charset="0"/>
                                </a:rPr>
                                <m:t>𝑣</m:t>
                              </m:r>
                            </m:e>
                            <m:sub>
                              <m:r>
                                <a:rPr lang="en-GB" i="1">
                                  <a:latin typeface="Cambria Math" panose="02040503050406030204" pitchFamily="18" charset="0"/>
                                </a:rPr>
                                <m:t>𝑚𝑎𝑥</m:t>
                              </m:r>
                            </m:sub>
                          </m:sSub>
                        </m:num>
                        <m:den>
                          <m:sSub>
                            <m:sSubPr>
                              <m:ctrlPr>
                                <a:rPr lang="en-GB" i="1">
                                  <a:latin typeface="Cambria Math" panose="02040503050406030204" pitchFamily="18" charset="0"/>
                                </a:rPr>
                              </m:ctrlPr>
                            </m:sSubPr>
                            <m:e>
                              <m:r>
                                <a:rPr lang="en-GB" i="1">
                                  <a:latin typeface="Cambria Math" panose="02040503050406030204" pitchFamily="18" charset="0"/>
                                </a:rPr>
                                <m:t>𝑡</m:t>
                              </m:r>
                            </m:e>
                            <m:sub>
                              <m:r>
                                <a:rPr lang="en-GB" i="1">
                                  <a:latin typeface="Cambria Math" panose="02040503050406030204" pitchFamily="18" charset="0"/>
                                </a:rPr>
                                <m:t>𝑚</m:t>
                              </m:r>
                            </m:sub>
                          </m:sSub>
                        </m:den>
                      </m:f>
                    </m:oMath>
                  </m:oMathPara>
                </a14:m>
                <a:endParaRPr lang="en-GB"/>
              </a:p>
            </p:txBody>
          </p:sp>
        </mc:Choice>
        <mc:Fallback>
          <p:sp>
            <p:nvSpPr>
              <p:cNvPr id="2" name="Rectangle 1">
                <a:extLst>
                  <a:ext uri="{FF2B5EF4-FFF2-40B4-BE49-F238E27FC236}">
                    <a16:creationId xmlns:a16="http://schemas.microsoft.com/office/drawing/2014/main" id="{34406509-2D8E-AB45-88CA-2E0F29887539}"/>
                  </a:ext>
                </a:extLst>
              </p:cNvPr>
              <p:cNvSpPr>
                <a:spLocks noRot="1" noChangeAspect="1" noMove="1" noResize="1" noEditPoints="1" noAdjustHandles="1" noChangeArrowheads="1" noChangeShapeType="1" noTextEdit="1"/>
              </p:cNvSpPr>
              <p:nvPr/>
            </p:nvSpPr>
            <p:spPr>
              <a:xfrm>
                <a:off x="5457825" y="3163188"/>
                <a:ext cx="1659557" cy="65954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01804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p:sp>
        <p:nvSpPr>
          <p:cNvPr id="5" name="Subtitle 4"/>
          <p:cNvSpPr>
            <a:spLocks noGrp="1"/>
          </p:cNvSpPr>
          <p:nvPr>
            <p:ph type="subTitle" idx="1"/>
          </p:nvPr>
        </p:nvSpPr>
        <p:spPr>
          <a:xfrm>
            <a:off x="850605" y="1522968"/>
            <a:ext cx="11087395" cy="4553982"/>
          </a:xfrm>
        </p:spPr>
        <p:txBody>
          <a:bodyPr>
            <a:normAutofit/>
          </a:bodyPr>
          <a:lstStyle/>
          <a:p>
            <a:pPr algn="l"/>
            <a:r>
              <a:rPr lang="en-GB" b="1"/>
              <a:t>For </a:t>
            </a:r>
            <a:r>
              <a:rPr lang="en-GB" b="1">
                <a:highlight>
                  <a:srgbClr val="FFFF00"/>
                </a:highlight>
              </a:rPr>
              <a:t>applications that benefit from a period of constant speed</a:t>
            </a:r>
            <a:r>
              <a:rPr lang="en-GB" b="1"/>
              <a:t>, a trapezoidal move profile offers the advantage of having a lower maximum velocity than a triangular profile.</a:t>
            </a:r>
            <a:endParaRPr lang="en-GB"/>
          </a:p>
        </p:txBody>
      </p:sp>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564718" y="742434"/>
            <a:ext cx="4016164" cy="523220"/>
          </a:xfrm>
          <a:prstGeom prst="rect">
            <a:avLst/>
          </a:prstGeom>
        </p:spPr>
        <p:txBody>
          <a:bodyPr wrap="none">
            <a:spAutoFit/>
          </a:bodyPr>
          <a:lstStyle/>
          <a:p>
            <a:r>
              <a:rPr lang="en-GB" sz="2800"/>
              <a:t>Relationships - trapezoidal</a:t>
            </a:r>
            <a:endParaRPr lang="fr-FR" sz="2800"/>
          </a:p>
        </p:txBody>
      </p:sp>
      <p:pic>
        <p:nvPicPr>
          <p:cNvPr id="8" name="Picture 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128494" y="2798290"/>
            <a:ext cx="5359832" cy="2944641"/>
          </a:xfrm>
          <a:prstGeom prst="rect">
            <a:avLst/>
          </a:prstGeom>
        </p:spPr>
      </p:pic>
    </p:spTree>
    <p:extLst>
      <p:ext uri="{BB962C8B-B14F-4D97-AF65-F5344CB8AC3E}">
        <p14:creationId xmlns:p14="http://schemas.microsoft.com/office/powerpoint/2010/main" val="377552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564718" y="742434"/>
            <a:ext cx="1640385" cy="523220"/>
          </a:xfrm>
          <a:prstGeom prst="rect">
            <a:avLst/>
          </a:prstGeom>
        </p:spPr>
        <p:txBody>
          <a:bodyPr wrap="none">
            <a:spAutoFit/>
          </a:bodyPr>
          <a:lstStyle/>
          <a:p>
            <a:r>
              <a:rPr lang="en-GB" sz="2800"/>
              <a:t>Triangular</a:t>
            </a:r>
            <a:endParaRPr lang="fr-FR" sz="2800"/>
          </a:p>
        </p:txBody>
      </p:sp>
      <p:sp>
        <p:nvSpPr>
          <p:cNvPr id="2" name="Subtitle 1"/>
          <p:cNvSpPr>
            <a:spLocks noGrp="1"/>
          </p:cNvSpPr>
          <p:nvPr>
            <p:ph type="subTitle" idx="1"/>
          </p:nvPr>
        </p:nvSpPr>
        <p:spPr/>
        <p:txBody>
          <a:bodyPr/>
          <a:lstStyle/>
          <a:p>
            <a:endParaRPr lang="en-GB"/>
          </a:p>
        </p:txBody>
      </p:sp>
      <p:pic>
        <p:nvPicPr>
          <p:cNvPr id="5" name="Picture 4"/>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19029" y="1693398"/>
            <a:ext cx="8856450" cy="4341061"/>
          </a:xfrm>
          <a:prstGeom prst="rect">
            <a:avLst/>
          </a:prstGeom>
        </p:spPr>
      </p:pic>
    </p:spTree>
    <p:extLst>
      <p:ext uri="{BB962C8B-B14F-4D97-AF65-F5344CB8AC3E}">
        <p14:creationId xmlns:p14="http://schemas.microsoft.com/office/powerpoint/2010/main" val="1905917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564718" y="742434"/>
            <a:ext cx="1640385" cy="523220"/>
          </a:xfrm>
          <a:prstGeom prst="rect">
            <a:avLst/>
          </a:prstGeom>
        </p:spPr>
        <p:txBody>
          <a:bodyPr wrap="none">
            <a:spAutoFit/>
          </a:bodyPr>
          <a:lstStyle/>
          <a:p>
            <a:r>
              <a:rPr lang="en-GB" sz="2800"/>
              <a:t>Triangular</a:t>
            </a:r>
            <a:endParaRPr lang="fr-FR" sz="2800"/>
          </a:p>
        </p:txBody>
      </p:sp>
      <p:pic>
        <p:nvPicPr>
          <p:cNvPr id="3074" name="Picture 2" descr="move profi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82124" y="2845132"/>
            <a:ext cx="2981325" cy="224790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46567" y="1522969"/>
            <a:ext cx="11376838" cy="1477328"/>
          </a:xfrm>
          <a:prstGeom prst="rect">
            <a:avLst/>
          </a:prstGeom>
        </p:spPr>
        <p:txBody>
          <a:bodyPr wrap="square">
            <a:spAutoFit/>
          </a:bodyPr>
          <a:lstStyle/>
          <a:p>
            <a:r>
              <a:rPr lang="en-GB" b="0" i="0">
                <a:solidFill>
                  <a:srgbClr val="666666"/>
                </a:solidFill>
                <a:effectLst/>
                <a:latin typeface="Raleway"/>
              </a:rPr>
              <a:t>The basic premise of a triangular move profile is to accelerate to a maximum speed, then immediately decelerate, with acceleration and deceleration being equal in terms of both time and distance. </a:t>
            </a:r>
          </a:p>
          <a:p>
            <a:r>
              <a:rPr lang="en-GB" b="0" i="0">
                <a:solidFill>
                  <a:srgbClr val="666666"/>
                </a:solidFill>
                <a:effectLst/>
                <a:latin typeface="Raleway"/>
              </a:rPr>
              <a:t>In other words, if you want </a:t>
            </a:r>
            <a:r>
              <a:rPr lang="en-GB" b="0" i="0">
                <a:solidFill>
                  <a:srgbClr val="666666"/>
                </a:solidFill>
                <a:effectLst/>
                <a:highlight>
                  <a:srgbClr val="FFFF00"/>
                </a:highlight>
                <a:latin typeface="Raleway"/>
              </a:rPr>
              <a:t>to move from here to there in the fastest time, you would use a triangular move profile</a:t>
            </a:r>
            <a:r>
              <a:rPr lang="en-GB" b="0" i="0">
                <a:solidFill>
                  <a:srgbClr val="666666"/>
                </a:solidFill>
                <a:effectLst/>
                <a:latin typeface="Raleway"/>
              </a:rPr>
              <a:t>. Determining any of the move variables—time, velocity, acceleration, or distance—is based on the geometry of the triangle. </a:t>
            </a:r>
            <a:endParaRPr lang="en-GB"/>
          </a:p>
        </p:txBody>
      </p:sp>
      <p:sp>
        <p:nvSpPr>
          <p:cNvPr id="8" name="Rectangle 7"/>
          <p:cNvSpPr/>
          <p:nvPr/>
        </p:nvSpPr>
        <p:spPr>
          <a:xfrm>
            <a:off x="446566" y="3000297"/>
            <a:ext cx="8208335" cy="1200329"/>
          </a:xfrm>
          <a:prstGeom prst="rect">
            <a:avLst/>
          </a:prstGeom>
        </p:spPr>
        <p:txBody>
          <a:bodyPr wrap="square">
            <a:spAutoFit/>
          </a:bodyPr>
          <a:lstStyle/>
          <a:p>
            <a:r>
              <a:rPr lang="en-GB" b="0" i="0" u="sng">
                <a:solidFill>
                  <a:srgbClr val="666666"/>
                </a:solidFill>
                <a:effectLst/>
                <a:latin typeface="Raleway"/>
              </a:rPr>
              <a:t>Average velocity</a:t>
            </a:r>
            <a:endParaRPr lang="en-GB" b="0" i="0">
              <a:solidFill>
                <a:srgbClr val="666666"/>
              </a:solidFill>
              <a:effectLst/>
              <a:latin typeface="Raleway"/>
            </a:endParaRPr>
          </a:p>
          <a:p>
            <a:r>
              <a:rPr lang="en-GB" b="0" i="0">
                <a:solidFill>
                  <a:srgbClr val="666666"/>
                </a:solidFill>
                <a:effectLst/>
                <a:latin typeface="Raleway"/>
              </a:rPr>
              <a:t>Since the acceleration and deceleration time are equivalent, and there is no constant speed time, </a:t>
            </a:r>
            <a:r>
              <a:rPr lang="en-GB" b="0" i="0">
                <a:solidFill>
                  <a:srgbClr val="666666"/>
                </a:solidFill>
                <a:effectLst/>
                <a:highlight>
                  <a:srgbClr val="FFFF00"/>
                </a:highlight>
                <a:latin typeface="Raleway"/>
              </a:rPr>
              <a:t>average velocity is simply total distance over total time:</a:t>
            </a:r>
          </a:p>
        </p:txBody>
      </p:sp>
      <p:sp>
        <p:nvSpPr>
          <p:cNvPr id="9" name="Rectangle 5"/>
          <p:cNvSpPr>
            <a:spLocks noChangeArrowheads="1"/>
          </p:cNvSpPr>
          <p:nvPr/>
        </p:nvSpPr>
        <p:spPr bwMode="auto">
          <a:xfrm>
            <a:off x="446566" y="4810828"/>
            <a:ext cx="926407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sng" strike="noStrike" cap="none" normalizeH="0" baseline="0">
                <a:ln>
                  <a:noFill/>
                </a:ln>
                <a:solidFill>
                  <a:srgbClr val="666666"/>
                </a:solidFill>
                <a:effectLst/>
                <a:latin typeface="Raleway"/>
              </a:rPr>
              <a:t>Maximum velocity</a:t>
            </a:r>
            <a:endParaRPr kumimoji="0" lang="en-US" altLang="en-US"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solidFill>
                  <a:srgbClr val="666666"/>
                </a:solidFill>
                <a:effectLst/>
                <a:latin typeface="Raleway"/>
              </a:rPr>
              <a:t>Maximum velocity is the height, or peak, of the triangle, and is twice the average velocity:</a:t>
            </a:r>
            <a:endParaRPr kumimoji="0" lang="en-US" altLang="en-US"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solidFill>
                  <a:srgbClr val="666666"/>
                </a:solidFill>
                <a:effectLst/>
                <a:latin typeface="Raleway"/>
              </a:rPr>
              <a:t>  </a:t>
            </a:r>
          </a:p>
        </p:txBody>
      </p:sp>
      <p:pic>
        <p:nvPicPr>
          <p:cNvPr id="3078" name="Picture 6" descr="move profi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718" y="5436495"/>
            <a:ext cx="1556750" cy="32432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34FF87F5-B4A8-D148-8943-9BD630860034}"/>
                  </a:ext>
                </a:extLst>
              </p:cNvPr>
              <p:cNvSpPr txBox="1"/>
              <p:nvPr/>
            </p:nvSpPr>
            <p:spPr>
              <a:xfrm>
                <a:off x="564718" y="4133759"/>
                <a:ext cx="1276440" cy="665054"/>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𝑎𝑣𝑔</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𝑚</m:t>
                              </m:r>
                            </m:sub>
                          </m:sSub>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m:t>
                              </m:r>
                            </m:sub>
                          </m:sSub>
                        </m:den>
                      </m:f>
                    </m:oMath>
                  </m:oMathPara>
                </a14:m>
                <a:endParaRPr lang="en-GB"/>
              </a:p>
            </p:txBody>
          </p:sp>
        </mc:Choice>
        <mc:Fallback>
          <p:sp>
            <p:nvSpPr>
              <p:cNvPr id="2" name="TextBox 1">
                <a:extLst>
                  <a:ext uri="{FF2B5EF4-FFF2-40B4-BE49-F238E27FC236}">
                    <a16:creationId xmlns:a16="http://schemas.microsoft.com/office/drawing/2014/main" id="{34FF87F5-B4A8-D148-8943-9BD630860034}"/>
                  </a:ext>
                </a:extLst>
              </p:cNvPr>
              <p:cNvSpPr txBox="1">
                <a:spLocks noRot="1" noChangeAspect="1" noMove="1" noResize="1" noEditPoints="1" noAdjustHandles="1" noChangeArrowheads="1" noChangeShapeType="1" noTextEdit="1"/>
              </p:cNvSpPr>
              <p:nvPr/>
            </p:nvSpPr>
            <p:spPr>
              <a:xfrm>
                <a:off x="564718" y="4133759"/>
                <a:ext cx="1276440" cy="66505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9BDA9E88-028F-6648-9B4D-4F26EB7BB7A7}"/>
                  </a:ext>
                </a:extLst>
              </p:cNvPr>
              <p:cNvSpPr txBox="1"/>
              <p:nvPr/>
            </p:nvSpPr>
            <p:spPr>
              <a:xfrm>
                <a:off x="10176715" y="4723701"/>
                <a:ext cx="4950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m:t>
                          </m:r>
                        </m:sub>
                      </m:sSub>
                    </m:oMath>
                  </m:oMathPara>
                </a14:m>
                <a:endParaRPr lang="en-GB"/>
              </a:p>
            </p:txBody>
          </p:sp>
        </mc:Choice>
        <mc:Fallback>
          <p:sp>
            <p:nvSpPr>
              <p:cNvPr id="12" name="TextBox 11">
                <a:extLst>
                  <a:ext uri="{FF2B5EF4-FFF2-40B4-BE49-F238E27FC236}">
                    <a16:creationId xmlns:a16="http://schemas.microsoft.com/office/drawing/2014/main" id="{9BDA9E88-028F-6648-9B4D-4F26EB7BB7A7}"/>
                  </a:ext>
                </a:extLst>
              </p:cNvPr>
              <p:cNvSpPr txBox="1">
                <a:spLocks noRot="1" noChangeAspect="1" noMove="1" noResize="1" noEditPoints="1" noAdjustHandles="1" noChangeArrowheads="1" noChangeShapeType="1" noTextEdit="1"/>
              </p:cNvSpPr>
              <p:nvPr/>
            </p:nvSpPr>
            <p:spPr>
              <a:xfrm>
                <a:off x="10176715" y="4723701"/>
                <a:ext cx="495072" cy="36933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08242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564718" y="742434"/>
            <a:ext cx="1640385" cy="523220"/>
          </a:xfrm>
          <a:prstGeom prst="rect">
            <a:avLst/>
          </a:prstGeom>
        </p:spPr>
        <p:txBody>
          <a:bodyPr wrap="none">
            <a:spAutoFit/>
          </a:bodyPr>
          <a:lstStyle/>
          <a:p>
            <a:r>
              <a:rPr lang="en-GB" sz="2800"/>
              <a:t>Triangular</a:t>
            </a:r>
            <a:endParaRPr lang="fr-FR" sz="2800"/>
          </a:p>
        </p:txBody>
      </p:sp>
      <p:pic>
        <p:nvPicPr>
          <p:cNvPr id="3074" name="Picture 2" descr="move profi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2886" y="2760071"/>
            <a:ext cx="2981325" cy="224790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46567" y="1522969"/>
            <a:ext cx="11376838" cy="923330"/>
          </a:xfrm>
          <a:prstGeom prst="rect">
            <a:avLst/>
          </a:prstGeom>
        </p:spPr>
        <p:txBody>
          <a:bodyPr wrap="square">
            <a:spAutoFit/>
          </a:bodyPr>
          <a:lstStyle/>
          <a:p>
            <a:r>
              <a:rPr lang="en-GB" u="sng"/>
              <a:t>Acceleration</a:t>
            </a:r>
            <a:endParaRPr lang="en-GB"/>
          </a:p>
          <a:p>
            <a:r>
              <a:rPr lang="en-GB"/>
              <a:t>Acceleration is the slope of one side of the triangle (“rise over run”). This is the maximum velocity divided by the acceleration time, which is half of the total move time:</a:t>
            </a:r>
          </a:p>
        </p:txBody>
      </p:sp>
      <p:pic>
        <p:nvPicPr>
          <p:cNvPr id="4098" name="Picture 2" descr="move profi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718" y="2610368"/>
            <a:ext cx="1171933" cy="61301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415583" y="2745754"/>
            <a:ext cx="1827744" cy="369332"/>
          </a:xfrm>
          <a:prstGeom prst="rect">
            <a:avLst/>
          </a:prstGeom>
        </p:spPr>
        <p:txBody>
          <a:bodyPr wrap="none">
            <a:spAutoFit/>
          </a:bodyPr>
          <a:lstStyle/>
          <a:p>
            <a:r>
              <a:rPr lang="en-GB" b="0" i="0">
                <a:solidFill>
                  <a:srgbClr val="666666"/>
                </a:solidFill>
                <a:effectLst/>
                <a:latin typeface="Raleway"/>
              </a:rPr>
              <a:t>Where t</a:t>
            </a:r>
            <a:r>
              <a:rPr lang="en-GB" b="0" i="0" baseline="-25000">
                <a:solidFill>
                  <a:srgbClr val="666666"/>
                </a:solidFill>
                <a:effectLst/>
                <a:latin typeface="Raleway"/>
              </a:rPr>
              <a:t>a</a:t>
            </a:r>
            <a:r>
              <a:rPr lang="en-GB" b="0" i="0">
                <a:solidFill>
                  <a:srgbClr val="666666"/>
                </a:solidFill>
                <a:effectLst/>
                <a:latin typeface="Raleway"/>
              </a:rPr>
              <a:t> = ½ t</a:t>
            </a:r>
            <a:r>
              <a:rPr lang="en-GB" baseline="-25000">
                <a:solidFill>
                  <a:srgbClr val="666666"/>
                </a:solidFill>
                <a:latin typeface="Raleway"/>
              </a:rPr>
              <a:t>m</a:t>
            </a:r>
            <a:endParaRPr lang="en-GB"/>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2D39AD3-254B-F047-8A21-682B93957B14}"/>
                  </a:ext>
                </a:extLst>
              </p:cNvPr>
              <p:cNvSpPr txBox="1"/>
              <p:nvPr/>
            </p:nvSpPr>
            <p:spPr>
              <a:xfrm>
                <a:off x="1384910" y="3624142"/>
                <a:ext cx="2214452" cy="519758"/>
              </a:xfrm>
              <a:prstGeom prst="rect">
                <a:avLst/>
              </a:prstGeom>
              <a:noFill/>
            </p:spPr>
            <p:txBody>
              <a:bodyPr wrap="none" rtlCol="0">
                <a:spAutoFit/>
              </a:bodyPr>
              <a:lstStyle/>
              <a:p>
                <a:r>
                  <a:rPr lang="en-GB"/>
                  <a:t>Therefore: </a:t>
                </a:r>
                <a14:m>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r>
                          <a:rPr lang="en-GB" b="0" i="1" smtClean="0">
                            <a:latin typeface="Cambria Math" panose="02040503050406030204" pitchFamily="18" charset="0"/>
                          </a:rPr>
                          <m:t>𝑣𝑚𝑎𝑥</m:t>
                        </m:r>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m:t>
                            </m:r>
                          </m:sub>
                        </m:sSub>
                      </m:den>
                    </m:f>
                  </m:oMath>
                </a14:m>
                <a:endParaRPr lang="en-GB"/>
              </a:p>
            </p:txBody>
          </p:sp>
        </mc:Choice>
        <mc:Fallback>
          <p:sp>
            <p:nvSpPr>
              <p:cNvPr id="5" name="TextBox 4">
                <a:extLst>
                  <a:ext uri="{FF2B5EF4-FFF2-40B4-BE49-F238E27FC236}">
                    <a16:creationId xmlns:a16="http://schemas.microsoft.com/office/drawing/2014/main" id="{D2D39AD3-254B-F047-8A21-682B93957B14}"/>
                  </a:ext>
                </a:extLst>
              </p:cNvPr>
              <p:cNvSpPr txBox="1">
                <a:spLocks noRot="1" noChangeAspect="1" noMove="1" noResize="1" noEditPoints="1" noAdjustHandles="1" noChangeArrowheads="1" noChangeShapeType="1" noTextEdit="1"/>
              </p:cNvSpPr>
              <p:nvPr/>
            </p:nvSpPr>
            <p:spPr>
              <a:xfrm>
                <a:off x="1384910" y="3624142"/>
                <a:ext cx="2214452" cy="519758"/>
              </a:xfrm>
              <a:prstGeom prst="rect">
                <a:avLst/>
              </a:prstGeom>
              <a:blipFill>
                <a:blip r:embed="rId4"/>
                <a:stretch>
                  <a:fillRect l="-2204" b="-117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D27F54A6-C592-0742-AAA5-9392097E87FA}"/>
                  </a:ext>
                </a:extLst>
              </p:cNvPr>
              <p:cNvSpPr txBox="1"/>
              <p:nvPr/>
            </p:nvSpPr>
            <p:spPr>
              <a:xfrm>
                <a:off x="10008419" y="4634746"/>
                <a:ext cx="4950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𝑚</m:t>
                          </m:r>
                        </m:sub>
                      </m:sSub>
                    </m:oMath>
                  </m:oMathPara>
                </a14:m>
                <a:endParaRPr lang="en-GB"/>
              </a:p>
            </p:txBody>
          </p:sp>
        </mc:Choice>
        <mc:Fallback>
          <p:sp>
            <p:nvSpPr>
              <p:cNvPr id="10" name="TextBox 9">
                <a:extLst>
                  <a:ext uri="{FF2B5EF4-FFF2-40B4-BE49-F238E27FC236}">
                    <a16:creationId xmlns:a16="http://schemas.microsoft.com/office/drawing/2014/main" id="{D27F54A6-C592-0742-AAA5-9392097E87FA}"/>
                  </a:ext>
                </a:extLst>
              </p:cNvPr>
              <p:cNvSpPr txBox="1">
                <a:spLocks noRot="1" noChangeAspect="1" noMove="1" noResize="1" noEditPoints="1" noAdjustHandles="1" noChangeArrowheads="1" noChangeShapeType="1" noTextEdit="1"/>
              </p:cNvSpPr>
              <p:nvPr/>
            </p:nvSpPr>
            <p:spPr>
              <a:xfrm>
                <a:off x="10008419" y="4634746"/>
                <a:ext cx="495072" cy="36933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87771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mc:AlternateContent xmlns:mc="http://schemas.openxmlformats.org/markup-compatibility/2006">
        <mc:Choice xmlns:a14="http://schemas.microsoft.com/office/drawing/2010/main" Requires="a14">
          <p:sp>
            <p:nvSpPr>
              <p:cNvPr id="5" name="Subtitle 4"/>
              <p:cNvSpPr>
                <a:spLocks noGrp="1"/>
              </p:cNvSpPr>
              <p:nvPr>
                <p:ph type="subTitle" idx="1"/>
              </p:nvPr>
            </p:nvSpPr>
            <p:spPr>
              <a:xfrm>
                <a:off x="5715000" y="1522968"/>
                <a:ext cx="6223000" cy="4553982"/>
              </a:xfrm>
            </p:spPr>
            <p:txBody>
              <a:bodyPr>
                <a:normAutofit/>
              </a:bodyPr>
              <a:lstStyle/>
              <a:p>
                <a:r>
                  <a:rPr lang="en-GB" sz="3200"/>
                  <a:t>For a rotary move of </a:t>
                </a:r>
                <a14:m>
                  <m:oMath xmlns:m="http://schemas.openxmlformats.org/officeDocument/2006/math">
                    <m:r>
                      <a:rPr lang="en-GB" sz="3200" i="1" smtClean="0">
                        <a:latin typeface="Cambria Math" panose="02040503050406030204" pitchFamily="18" charset="0"/>
                        <a:ea typeface="Cambria Math" panose="02040503050406030204" pitchFamily="18" charset="0"/>
                      </a:rPr>
                      <m:t>𝜃</m:t>
                    </m:r>
                  </m:oMath>
                </a14:m>
                <a:r>
                  <a:rPr lang="en-GB" sz="3200"/>
                  <a:t> in </a:t>
                </a:r>
                <a14:m>
                  <m:oMath xmlns:m="http://schemas.openxmlformats.org/officeDocument/2006/math">
                    <m:sSub>
                      <m:sSubPr>
                        <m:ctrlPr>
                          <a:rPr lang="en-GB" sz="3200" i="1">
                            <a:latin typeface="Cambria Math" panose="02040503050406030204" pitchFamily="18" charset="0"/>
                            <a:ea typeface="Cambria Math" panose="02040503050406030204" pitchFamily="18" charset="0"/>
                          </a:rPr>
                        </m:ctrlPr>
                      </m:sSubPr>
                      <m:e>
                        <m:r>
                          <a:rPr lang="en-GB" sz="3200" i="1">
                            <a:latin typeface="Cambria Math" panose="02040503050406030204" pitchFamily="18" charset="0"/>
                            <a:ea typeface="Cambria Math" panose="02040503050406030204" pitchFamily="18" charset="0"/>
                          </a:rPr>
                          <m:t>𝑡</m:t>
                        </m:r>
                      </m:e>
                      <m:sub>
                        <m:r>
                          <a:rPr lang="en-GB" sz="3200" i="1">
                            <a:latin typeface="Cambria Math" panose="02040503050406030204" pitchFamily="18" charset="0"/>
                            <a:ea typeface="Cambria Math" panose="02040503050406030204" pitchFamily="18" charset="0"/>
                          </a:rPr>
                          <m:t>𝑚</m:t>
                        </m:r>
                      </m:sub>
                    </m:sSub>
                  </m:oMath>
                </a14:m>
                <a:r>
                  <a:rPr lang="en-GB" sz="3200"/>
                  <a:t> (distance moved in revolutions)</a:t>
                </a:r>
              </a:p>
              <a:p>
                <a14:m>
                  <m:oMath xmlns:m="http://schemas.openxmlformats.org/officeDocument/2006/math">
                    <m:r>
                      <a:rPr lang="en-GB" sz="3200" i="1" smtClean="0">
                        <a:latin typeface="Cambria Math" panose="02040503050406030204" pitchFamily="18" charset="0"/>
                        <a:ea typeface="Cambria Math" panose="02040503050406030204" pitchFamily="18" charset="0"/>
                      </a:rPr>
                      <m:t>𝜔</m:t>
                    </m:r>
                    <m:r>
                      <a:rPr lang="en-GB" sz="3200" b="0" i="1" smtClean="0">
                        <a:latin typeface="Cambria Math" panose="02040503050406030204" pitchFamily="18" charset="0"/>
                        <a:ea typeface="Cambria Math" panose="02040503050406030204" pitchFamily="18" charset="0"/>
                      </a:rPr>
                      <m:t>=</m:t>
                    </m:r>
                    <m:f>
                      <m:fPr>
                        <m:ctrlPr>
                          <a:rPr lang="en-GB" sz="3200" b="0" i="1" smtClean="0">
                            <a:latin typeface="Cambria Math" panose="02040503050406030204" pitchFamily="18" charset="0"/>
                            <a:ea typeface="Cambria Math" panose="02040503050406030204" pitchFamily="18" charset="0"/>
                          </a:rPr>
                        </m:ctrlPr>
                      </m:fPr>
                      <m:num>
                        <m:r>
                          <a:rPr lang="en-GB" sz="3200" b="0" i="1" smtClean="0">
                            <a:latin typeface="Cambria Math" panose="02040503050406030204" pitchFamily="18" charset="0"/>
                            <a:ea typeface="Cambria Math" panose="02040503050406030204" pitchFamily="18" charset="0"/>
                          </a:rPr>
                          <m:t>2</m:t>
                        </m:r>
                        <m:r>
                          <a:rPr lang="en-GB" sz="3200" b="0" i="1" smtClean="0">
                            <a:latin typeface="Cambria Math" panose="02040503050406030204" pitchFamily="18" charset="0"/>
                            <a:ea typeface="Cambria Math" panose="02040503050406030204" pitchFamily="18" charset="0"/>
                          </a:rPr>
                          <m:t>𝜃</m:t>
                        </m:r>
                      </m:num>
                      <m:den>
                        <m:sSub>
                          <m:sSubPr>
                            <m:ctrlPr>
                              <a:rPr lang="en-GB" sz="3200" b="0" i="1" smtClean="0">
                                <a:latin typeface="Cambria Math" panose="02040503050406030204" pitchFamily="18" charset="0"/>
                                <a:ea typeface="Cambria Math" panose="02040503050406030204" pitchFamily="18" charset="0"/>
                              </a:rPr>
                            </m:ctrlPr>
                          </m:sSubPr>
                          <m:e>
                            <m:r>
                              <a:rPr lang="en-GB" sz="3200" b="0" i="1" smtClean="0">
                                <a:latin typeface="Cambria Math" panose="02040503050406030204" pitchFamily="18" charset="0"/>
                                <a:ea typeface="Cambria Math" panose="02040503050406030204" pitchFamily="18" charset="0"/>
                              </a:rPr>
                              <m:t>𝑡</m:t>
                            </m:r>
                          </m:e>
                          <m:sub>
                            <m:r>
                              <a:rPr lang="en-GB" sz="3200" b="0" i="1" smtClean="0">
                                <a:latin typeface="Cambria Math" panose="02040503050406030204" pitchFamily="18" charset="0"/>
                                <a:ea typeface="Cambria Math" panose="02040503050406030204" pitchFamily="18" charset="0"/>
                              </a:rPr>
                              <m:t>𝑚</m:t>
                            </m:r>
                          </m:sub>
                        </m:sSub>
                      </m:den>
                    </m:f>
                  </m:oMath>
                </a14:m>
                <a:r>
                  <a:rPr lang="en-GB" sz="3200"/>
                  <a:t>   (Peak speed)</a:t>
                </a:r>
              </a:p>
              <a:p>
                <a:endParaRPr lang="en-GB" sz="3200"/>
              </a:p>
              <a:p>
                <a14:m>
                  <m:oMath xmlns:m="http://schemas.openxmlformats.org/officeDocument/2006/math">
                    <m:r>
                      <a:rPr lang="en-GB" sz="3200" i="1" smtClean="0">
                        <a:latin typeface="Cambria Math" panose="02040503050406030204" pitchFamily="18" charset="0"/>
                        <a:ea typeface="Cambria Math" panose="02040503050406030204" pitchFamily="18" charset="0"/>
                      </a:rPr>
                      <m:t>𝛼</m:t>
                    </m:r>
                    <m:r>
                      <a:rPr lang="en-GB" sz="3200" i="1">
                        <a:latin typeface="Cambria Math" panose="02040503050406030204" pitchFamily="18" charset="0"/>
                        <a:ea typeface="Cambria Math" panose="02040503050406030204" pitchFamily="18" charset="0"/>
                      </a:rPr>
                      <m:t>=</m:t>
                    </m:r>
                    <m:f>
                      <m:fPr>
                        <m:ctrlPr>
                          <a:rPr lang="en-GB" sz="3200" i="1" smtClean="0">
                            <a:latin typeface="Cambria Math" panose="02040503050406030204" pitchFamily="18" charset="0"/>
                            <a:ea typeface="Cambria Math" panose="02040503050406030204" pitchFamily="18" charset="0"/>
                          </a:rPr>
                        </m:ctrlPr>
                      </m:fPr>
                      <m:num>
                        <m:r>
                          <a:rPr lang="en-GB" sz="3200" b="0" i="1" smtClean="0">
                            <a:latin typeface="Cambria Math" panose="02040503050406030204" pitchFamily="18" charset="0"/>
                            <a:ea typeface="Cambria Math" panose="02040503050406030204" pitchFamily="18" charset="0"/>
                          </a:rPr>
                          <m:t>2</m:t>
                        </m:r>
                        <m:r>
                          <a:rPr lang="en-GB" sz="3200" i="1">
                            <a:latin typeface="Cambria Math" panose="02040503050406030204" pitchFamily="18" charset="0"/>
                            <a:ea typeface="Cambria Math" panose="02040503050406030204" pitchFamily="18" charset="0"/>
                          </a:rPr>
                          <m:t>𝜔</m:t>
                        </m:r>
                      </m:num>
                      <m:den>
                        <m:sSub>
                          <m:sSubPr>
                            <m:ctrlPr>
                              <a:rPr lang="en-GB" sz="3200" i="1">
                                <a:latin typeface="Cambria Math" panose="02040503050406030204" pitchFamily="18" charset="0"/>
                                <a:ea typeface="Cambria Math" panose="02040503050406030204" pitchFamily="18" charset="0"/>
                              </a:rPr>
                            </m:ctrlPr>
                          </m:sSubPr>
                          <m:e>
                            <m:r>
                              <a:rPr lang="en-GB" sz="3200" i="1">
                                <a:latin typeface="Cambria Math" panose="02040503050406030204" pitchFamily="18" charset="0"/>
                                <a:ea typeface="Cambria Math" panose="02040503050406030204" pitchFamily="18" charset="0"/>
                              </a:rPr>
                              <m:t>𝑡</m:t>
                            </m:r>
                          </m:e>
                          <m:sub>
                            <m:r>
                              <a:rPr lang="en-GB" sz="3200" i="1">
                                <a:latin typeface="Cambria Math" panose="02040503050406030204" pitchFamily="18" charset="0"/>
                                <a:ea typeface="Cambria Math" panose="02040503050406030204" pitchFamily="18" charset="0"/>
                              </a:rPr>
                              <m:t>𝑚</m:t>
                            </m:r>
                          </m:sub>
                        </m:sSub>
                      </m:den>
                    </m:f>
                  </m:oMath>
                </a14:m>
                <a:r>
                  <a:rPr lang="en-GB" sz="3200"/>
                  <a:t> (Acceleration)</a:t>
                </a:r>
              </a:p>
              <a:p>
                <a:endParaRPr lang="en-GB" sz="3200"/>
              </a:p>
              <a:p>
                <a14:m>
                  <m:oMath xmlns:m="http://schemas.openxmlformats.org/officeDocument/2006/math">
                    <m:r>
                      <a:rPr lang="en-GB" sz="3200" b="0" i="1" smtClean="0">
                        <a:latin typeface="Cambria Math" panose="02040503050406030204" pitchFamily="18" charset="0"/>
                        <a:ea typeface="Cambria Math" panose="02040503050406030204" pitchFamily="18" charset="0"/>
                      </a:rPr>
                      <m:t>𝑑</m:t>
                    </m:r>
                    <m:r>
                      <a:rPr lang="en-GB" sz="3200" b="0" i="1" smtClean="0">
                        <a:latin typeface="Cambria Math" panose="02040503050406030204" pitchFamily="18" charset="0"/>
                        <a:ea typeface="Cambria Math" panose="02040503050406030204" pitchFamily="18" charset="0"/>
                      </a:rPr>
                      <m:t>=</m:t>
                    </m:r>
                    <m:f>
                      <m:fPr>
                        <m:ctrlPr>
                          <a:rPr lang="en-GB" sz="3200" b="0" i="1" smtClean="0">
                            <a:latin typeface="Cambria Math" panose="02040503050406030204" pitchFamily="18" charset="0"/>
                            <a:ea typeface="Cambria Math" panose="02040503050406030204" pitchFamily="18" charset="0"/>
                          </a:rPr>
                        </m:ctrlPr>
                      </m:fPr>
                      <m:num>
                        <m:sSub>
                          <m:sSubPr>
                            <m:ctrlPr>
                              <a:rPr lang="en-GB" sz="3200" i="1">
                                <a:latin typeface="Cambria Math" panose="02040503050406030204" pitchFamily="18" charset="0"/>
                                <a:ea typeface="Cambria Math" panose="02040503050406030204" pitchFamily="18" charset="0"/>
                              </a:rPr>
                            </m:ctrlPr>
                          </m:sSubPr>
                          <m:e>
                            <m:r>
                              <a:rPr lang="en-GB" sz="3200" i="1">
                                <a:latin typeface="Cambria Math" panose="02040503050406030204" pitchFamily="18" charset="0"/>
                                <a:ea typeface="Cambria Math" panose="02040503050406030204" pitchFamily="18" charset="0"/>
                              </a:rPr>
                              <m:t>𝑡</m:t>
                            </m:r>
                          </m:e>
                          <m:sub>
                            <m:r>
                              <a:rPr lang="en-GB" sz="3200" i="1">
                                <a:latin typeface="Cambria Math" panose="02040503050406030204" pitchFamily="18" charset="0"/>
                                <a:ea typeface="Cambria Math" panose="02040503050406030204" pitchFamily="18" charset="0"/>
                              </a:rPr>
                              <m:t>𝑚</m:t>
                            </m:r>
                          </m:sub>
                        </m:sSub>
                      </m:num>
                      <m:den>
                        <m:r>
                          <a:rPr lang="en-GB" sz="3200" b="0" i="1" smtClean="0">
                            <a:latin typeface="Cambria Math" panose="02040503050406030204" pitchFamily="18" charset="0"/>
                            <a:ea typeface="Cambria Math" panose="02040503050406030204" pitchFamily="18" charset="0"/>
                          </a:rPr>
                          <m:t>(</m:t>
                        </m:r>
                        <m:sSub>
                          <m:sSubPr>
                            <m:ctrlPr>
                              <a:rPr lang="en-GB" sz="3200" i="1">
                                <a:latin typeface="Cambria Math" panose="02040503050406030204" pitchFamily="18" charset="0"/>
                                <a:ea typeface="Cambria Math" panose="02040503050406030204" pitchFamily="18" charset="0"/>
                              </a:rPr>
                            </m:ctrlPr>
                          </m:sSubPr>
                          <m:e>
                            <m:r>
                              <a:rPr lang="en-GB" sz="3200" i="1">
                                <a:latin typeface="Cambria Math" panose="02040503050406030204" pitchFamily="18" charset="0"/>
                                <a:ea typeface="Cambria Math" panose="02040503050406030204" pitchFamily="18" charset="0"/>
                              </a:rPr>
                              <m:t>𝑡</m:t>
                            </m:r>
                          </m:e>
                          <m:sub>
                            <m:r>
                              <a:rPr lang="en-GB" sz="3200" i="1">
                                <a:latin typeface="Cambria Math" panose="02040503050406030204" pitchFamily="18" charset="0"/>
                                <a:ea typeface="Cambria Math" panose="02040503050406030204" pitchFamily="18" charset="0"/>
                              </a:rPr>
                              <m:t>𝑚</m:t>
                            </m:r>
                          </m:sub>
                        </m:sSub>
                        <m:r>
                          <a:rPr lang="en-GB" sz="3200" b="0" i="1" smtClean="0">
                            <a:latin typeface="Cambria Math" panose="02040503050406030204" pitchFamily="18" charset="0"/>
                            <a:ea typeface="Cambria Math" panose="02040503050406030204" pitchFamily="18" charset="0"/>
                          </a:rPr>
                          <m:t>+</m:t>
                        </m:r>
                        <m:sSub>
                          <m:sSubPr>
                            <m:ctrlPr>
                              <a:rPr lang="en-GB" sz="3200" i="1">
                                <a:latin typeface="Cambria Math" panose="02040503050406030204" pitchFamily="18" charset="0"/>
                                <a:ea typeface="Cambria Math" panose="02040503050406030204" pitchFamily="18" charset="0"/>
                              </a:rPr>
                            </m:ctrlPr>
                          </m:sSubPr>
                          <m:e>
                            <m:r>
                              <a:rPr lang="en-GB" sz="3200" i="1">
                                <a:latin typeface="Cambria Math" panose="02040503050406030204" pitchFamily="18" charset="0"/>
                                <a:ea typeface="Cambria Math" panose="02040503050406030204" pitchFamily="18" charset="0"/>
                              </a:rPr>
                              <m:t>𝑡</m:t>
                            </m:r>
                          </m:e>
                          <m:sub>
                            <m:r>
                              <a:rPr lang="en-GB" sz="3200" b="0" i="1" smtClean="0">
                                <a:latin typeface="Cambria Math" panose="02040503050406030204" pitchFamily="18" charset="0"/>
                                <a:ea typeface="Cambria Math" panose="02040503050406030204" pitchFamily="18" charset="0"/>
                              </a:rPr>
                              <m:t>𝑑</m:t>
                            </m:r>
                          </m:sub>
                        </m:sSub>
                        <m:r>
                          <a:rPr lang="en-GB" sz="3200" b="0" i="1" smtClean="0">
                            <a:latin typeface="Cambria Math" panose="02040503050406030204" pitchFamily="18" charset="0"/>
                            <a:ea typeface="Cambria Math" panose="02040503050406030204" pitchFamily="18" charset="0"/>
                          </a:rPr>
                          <m:t>)</m:t>
                        </m:r>
                      </m:den>
                    </m:f>
                  </m:oMath>
                </a14:m>
                <a:r>
                  <a:rPr lang="en-GB" sz="3200"/>
                  <a:t>  (Duty cycle)</a:t>
                </a:r>
              </a:p>
            </p:txBody>
          </p:sp>
        </mc:Choice>
        <mc:Fallback>
          <p:sp>
            <p:nvSpPr>
              <p:cNvPr id="5" name="Subtitle 4"/>
              <p:cNvSpPr>
                <a:spLocks noGrp="1" noRot="1" noChangeAspect="1" noMove="1" noResize="1" noEditPoints="1" noAdjustHandles="1" noChangeArrowheads="1" noChangeShapeType="1" noTextEdit="1"/>
              </p:cNvSpPr>
              <p:nvPr>
                <p:ph type="subTitle" idx="1"/>
              </p:nvPr>
            </p:nvSpPr>
            <p:spPr>
              <a:xfrm>
                <a:off x="5715000" y="1522968"/>
                <a:ext cx="6223000" cy="4553982"/>
              </a:xfrm>
              <a:blipFill>
                <a:blip r:embed="rId2"/>
                <a:stretch>
                  <a:fillRect t="-2677" b="-803"/>
                </a:stretch>
              </a:blipFill>
            </p:spPr>
            <p:txBody>
              <a:bodyPr/>
              <a:lstStyle/>
              <a:p>
                <a:r>
                  <a:rPr lang="en-US">
                    <a:noFill/>
                  </a:rPr>
                  <a:t> </a:t>
                </a:r>
              </a:p>
            </p:txBody>
          </p:sp>
        </mc:Fallback>
      </mc:AlternateContent>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564718" y="742434"/>
            <a:ext cx="3852401" cy="523220"/>
          </a:xfrm>
          <a:prstGeom prst="rect">
            <a:avLst/>
          </a:prstGeom>
        </p:spPr>
        <p:txBody>
          <a:bodyPr wrap="none">
            <a:spAutoFit/>
          </a:bodyPr>
          <a:lstStyle/>
          <a:p>
            <a:r>
              <a:rPr lang="en-GB" sz="2800"/>
              <a:t>Relationships - Triangular</a:t>
            </a:r>
            <a:endParaRPr lang="fr-FR" sz="2800"/>
          </a:p>
        </p:txBody>
      </p:sp>
      <p:pic>
        <p:nvPicPr>
          <p:cNvPr id="2" name="Pictur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06369" y="2463652"/>
            <a:ext cx="5802331" cy="2844060"/>
          </a:xfrm>
          <a:prstGeom prst="rect">
            <a:avLst/>
          </a:prstGeom>
        </p:spPr>
      </p:pic>
    </p:spTree>
    <p:extLst>
      <p:ext uri="{BB962C8B-B14F-4D97-AF65-F5344CB8AC3E}">
        <p14:creationId xmlns:p14="http://schemas.microsoft.com/office/powerpoint/2010/main" val="1287802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p:sp>
        <p:nvSpPr>
          <p:cNvPr id="5" name="Subtitle 4"/>
          <p:cNvSpPr>
            <a:spLocks noGrp="1"/>
          </p:cNvSpPr>
          <p:nvPr>
            <p:ph type="subTitle" idx="1"/>
          </p:nvPr>
        </p:nvSpPr>
        <p:spPr>
          <a:xfrm>
            <a:off x="279400" y="1522968"/>
            <a:ext cx="11658600" cy="4553982"/>
          </a:xfrm>
        </p:spPr>
        <p:txBody>
          <a:bodyPr>
            <a:normAutofit/>
          </a:bodyPr>
          <a:lstStyle/>
          <a:p>
            <a:pPr algn="l"/>
            <a:r>
              <a:rPr lang="en-GB"/>
              <a:t>In addition to being the overall </a:t>
            </a:r>
            <a:r>
              <a:rPr lang="en-GB">
                <a:highlight>
                  <a:srgbClr val="FFFF00"/>
                </a:highlight>
              </a:rPr>
              <a:t>fastest</a:t>
            </a:r>
            <a:r>
              <a:rPr lang="en-GB"/>
              <a:t> option for getting from one point to the other, a triangular move profile requires </a:t>
            </a:r>
            <a:r>
              <a:rPr lang="en-GB">
                <a:highlight>
                  <a:srgbClr val="FFFF00"/>
                </a:highlight>
              </a:rPr>
              <a:t>lower acceleration </a:t>
            </a:r>
            <a:r>
              <a:rPr lang="en-GB"/>
              <a:t>than a trapezoidal profile, which translates to </a:t>
            </a:r>
            <a:r>
              <a:rPr lang="en-GB">
                <a:highlight>
                  <a:srgbClr val="FFFF00"/>
                </a:highlight>
              </a:rPr>
              <a:t>lower thrust forces </a:t>
            </a:r>
            <a:r>
              <a:rPr lang="en-GB"/>
              <a:t>on the drive unit.</a:t>
            </a:r>
          </a:p>
        </p:txBody>
      </p:sp>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564718" y="742434"/>
            <a:ext cx="3852401" cy="523220"/>
          </a:xfrm>
          <a:prstGeom prst="rect">
            <a:avLst/>
          </a:prstGeom>
        </p:spPr>
        <p:txBody>
          <a:bodyPr wrap="none">
            <a:spAutoFit/>
          </a:bodyPr>
          <a:lstStyle/>
          <a:p>
            <a:r>
              <a:rPr lang="en-GB" sz="2800"/>
              <a:t>Relationships - Triangular</a:t>
            </a:r>
            <a:endParaRPr lang="fr-FR" sz="2800"/>
          </a:p>
        </p:txBody>
      </p:sp>
      <p:pic>
        <p:nvPicPr>
          <p:cNvPr id="2" name="Picture 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3259" y="3002368"/>
            <a:ext cx="5802331" cy="2844060"/>
          </a:xfrm>
          <a:prstGeom prst="rect">
            <a:avLst/>
          </a:prstGeom>
        </p:spPr>
      </p:pic>
    </p:spTree>
    <p:extLst>
      <p:ext uri="{BB962C8B-B14F-4D97-AF65-F5344CB8AC3E}">
        <p14:creationId xmlns:p14="http://schemas.microsoft.com/office/powerpoint/2010/main" val="823106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564718" y="742434"/>
            <a:ext cx="6567311" cy="523220"/>
          </a:xfrm>
          <a:prstGeom prst="rect">
            <a:avLst/>
          </a:prstGeom>
        </p:spPr>
        <p:txBody>
          <a:bodyPr wrap="none">
            <a:spAutoFit/>
          </a:bodyPr>
          <a:lstStyle/>
          <a:p>
            <a:r>
              <a:rPr lang="en-GB" sz="2800"/>
              <a:t>Trapezoidal – Triangular motion comparison</a:t>
            </a:r>
            <a:endParaRPr lang="fr-FR" sz="2800"/>
          </a:p>
        </p:txBody>
      </p:sp>
      <p:pic>
        <p:nvPicPr>
          <p:cNvPr id="2" name="Picture 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4718" y="4009837"/>
            <a:ext cx="4437471" cy="2175063"/>
          </a:xfrm>
          <a:prstGeom prst="rect">
            <a:avLst/>
          </a:prstGeom>
        </p:spPr>
      </p:pic>
      <p:pic>
        <p:nvPicPr>
          <p:cNvPr id="8" name="Picture 7">
            <a:extLst>
              <a:ext uri="{FF2B5EF4-FFF2-40B4-BE49-F238E27FC236}">
                <a16:creationId xmlns:a16="http://schemas.microsoft.com/office/drawing/2014/main" id="{FFE1EB7B-B4D6-4C2F-B0B8-75F8153028E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4718" y="1542421"/>
            <a:ext cx="4437471" cy="2437904"/>
          </a:xfrm>
          <a:prstGeom prst="rect">
            <a:avLst/>
          </a:prstGeom>
        </p:spPr>
      </p:pic>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087674F2-FF90-4F56-AC51-8A3873F6C448}"/>
                  </a:ext>
                </a:extLst>
              </p:cNvPr>
              <p:cNvSpPr/>
              <p:nvPr/>
            </p:nvSpPr>
            <p:spPr>
              <a:xfrm>
                <a:off x="5281768" y="1860081"/>
                <a:ext cx="6448112" cy="400110"/>
              </a:xfrm>
              <a:prstGeom prst="rect">
                <a:avLst/>
              </a:prstGeom>
            </p:spPr>
            <p:txBody>
              <a:bodyPr wrap="none">
                <a:spAutoFit/>
              </a:bodyPr>
              <a:lstStyle/>
              <a:p>
                <a:r>
                  <a:rPr lang="en-GB" sz="2000"/>
                  <a:t>For a rotary move of </a:t>
                </a:r>
                <a14:m>
                  <m:oMath xmlns:m="http://schemas.openxmlformats.org/officeDocument/2006/math">
                    <m:r>
                      <a:rPr lang="en-GB" sz="2000" i="1">
                        <a:latin typeface="Cambria Math" panose="02040503050406030204" pitchFamily="18" charset="0"/>
                        <a:ea typeface="Cambria Math" panose="02040503050406030204" pitchFamily="18" charset="0"/>
                      </a:rPr>
                      <m:t>𝜃</m:t>
                    </m:r>
                  </m:oMath>
                </a14:m>
                <a:r>
                  <a:rPr lang="en-GB" sz="2000"/>
                  <a:t> in </a:t>
                </a:r>
                <a14:m>
                  <m:oMath xmlns:m="http://schemas.openxmlformats.org/officeDocument/2006/math">
                    <m:sSub>
                      <m:sSubPr>
                        <m:ctrlPr>
                          <a:rPr lang="en-GB" sz="2000" i="1">
                            <a:latin typeface="Cambria Math" panose="02040503050406030204" pitchFamily="18" charset="0"/>
                            <a:ea typeface="Cambria Math" panose="02040503050406030204" pitchFamily="18" charset="0"/>
                          </a:rPr>
                        </m:ctrlPr>
                      </m:sSubPr>
                      <m:e>
                        <m:r>
                          <a:rPr lang="en-GB" sz="2000" i="1">
                            <a:latin typeface="Cambria Math" panose="02040503050406030204" pitchFamily="18" charset="0"/>
                            <a:ea typeface="Cambria Math" panose="02040503050406030204" pitchFamily="18" charset="0"/>
                          </a:rPr>
                          <m:t>𝑡</m:t>
                        </m:r>
                      </m:e>
                      <m:sub>
                        <m:r>
                          <a:rPr lang="en-GB" sz="2000" i="1">
                            <a:latin typeface="Cambria Math" panose="02040503050406030204" pitchFamily="18" charset="0"/>
                            <a:ea typeface="Cambria Math" panose="02040503050406030204" pitchFamily="18" charset="0"/>
                          </a:rPr>
                          <m:t>𝑚</m:t>
                        </m:r>
                      </m:sub>
                    </m:sSub>
                  </m:oMath>
                </a14:m>
                <a:r>
                  <a:rPr lang="en-GB" sz="2000"/>
                  <a:t> (distance moved in revolutions)</a:t>
                </a:r>
              </a:p>
            </p:txBody>
          </p:sp>
        </mc:Choice>
        <mc:Fallback>
          <p:sp>
            <p:nvSpPr>
              <p:cNvPr id="3" name="Rectangle 2">
                <a:extLst>
                  <a:ext uri="{FF2B5EF4-FFF2-40B4-BE49-F238E27FC236}">
                    <a16:creationId xmlns:a16="http://schemas.microsoft.com/office/drawing/2014/main" id="{087674F2-FF90-4F56-AC51-8A3873F6C448}"/>
                  </a:ext>
                </a:extLst>
              </p:cNvPr>
              <p:cNvSpPr>
                <a:spLocks noRot="1" noChangeAspect="1" noMove="1" noResize="1" noEditPoints="1" noAdjustHandles="1" noChangeArrowheads="1" noChangeShapeType="1" noTextEdit="1"/>
              </p:cNvSpPr>
              <p:nvPr/>
            </p:nvSpPr>
            <p:spPr>
              <a:xfrm>
                <a:off x="5281768" y="1860081"/>
                <a:ext cx="6448112" cy="400110"/>
              </a:xfrm>
              <a:prstGeom prst="rect">
                <a:avLst/>
              </a:prstGeom>
              <a:blipFill>
                <a:blip r:embed="rId4"/>
                <a:stretch>
                  <a:fillRect l="-945" t="-7576" r="-189" b="-2575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12" name="Table 11">
                <a:extLst>
                  <a:ext uri="{FF2B5EF4-FFF2-40B4-BE49-F238E27FC236}">
                    <a16:creationId xmlns:a16="http://schemas.microsoft.com/office/drawing/2014/main" id="{A9D6B1B4-4907-4312-AC20-1E031063D1A8}"/>
                  </a:ext>
                </a:extLst>
              </p:cNvPr>
              <p:cNvGraphicFramePr>
                <a:graphicFrameLocks noGrp="1"/>
              </p:cNvGraphicFramePr>
              <p:nvPr>
                <p:extLst>
                  <p:ext uri="{D42A27DB-BD31-4B8C-83A1-F6EECF244321}">
                    <p14:modId xmlns:p14="http://schemas.microsoft.com/office/powerpoint/2010/main" val="679524492"/>
                  </p:ext>
                </p:extLst>
              </p:nvPr>
            </p:nvGraphicFramePr>
            <p:xfrm>
              <a:off x="5521324" y="2761373"/>
              <a:ext cx="5969001" cy="2334959"/>
            </p:xfrm>
            <a:graphic>
              <a:graphicData uri="http://schemas.openxmlformats.org/drawingml/2006/table">
                <a:tbl>
                  <a:tblPr firstRow="1" bandRow="1">
                    <a:tableStyleId>{5C22544A-7EE6-4342-B048-85BDC9FD1C3A}</a:tableStyleId>
                  </a:tblPr>
                  <a:tblGrid>
                    <a:gridCol w="1989667">
                      <a:extLst>
                        <a:ext uri="{9D8B030D-6E8A-4147-A177-3AD203B41FA5}">
                          <a16:colId xmlns:a16="http://schemas.microsoft.com/office/drawing/2014/main" val="2510690129"/>
                        </a:ext>
                      </a:extLst>
                    </a:gridCol>
                    <a:gridCol w="1989667">
                      <a:extLst>
                        <a:ext uri="{9D8B030D-6E8A-4147-A177-3AD203B41FA5}">
                          <a16:colId xmlns:a16="http://schemas.microsoft.com/office/drawing/2014/main" val="2760708760"/>
                        </a:ext>
                      </a:extLst>
                    </a:gridCol>
                    <a:gridCol w="1989667">
                      <a:extLst>
                        <a:ext uri="{9D8B030D-6E8A-4147-A177-3AD203B41FA5}">
                          <a16:colId xmlns:a16="http://schemas.microsoft.com/office/drawing/2014/main" val="1941538135"/>
                        </a:ext>
                      </a:extLst>
                    </a:gridCol>
                  </a:tblGrid>
                  <a:tr h="370840">
                    <a:tc>
                      <a:txBody>
                        <a:bodyPr/>
                        <a:lstStyle/>
                        <a:p>
                          <a:pPr algn="ctr"/>
                          <a:r>
                            <a:rPr lang="en-GB"/>
                            <a:t>Relationships</a:t>
                          </a:r>
                        </a:p>
                      </a:txBody>
                      <a:tcPr anchor="ctr"/>
                    </a:tc>
                    <a:tc>
                      <a:txBody>
                        <a:bodyPr/>
                        <a:lstStyle/>
                        <a:p>
                          <a:pPr algn="ctr"/>
                          <a:r>
                            <a:rPr lang="en-GB"/>
                            <a:t>Trapezoidal</a:t>
                          </a:r>
                        </a:p>
                      </a:txBody>
                      <a:tcPr anchor="ctr"/>
                    </a:tc>
                    <a:tc>
                      <a:txBody>
                        <a:bodyPr/>
                        <a:lstStyle/>
                        <a:p>
                          <a:pPr algn="ctr"/>
                          <a:r>
                            <a:rPr lang="en-GB"/>
                            <a:t>Triangular</a:t>
                          </a:r>
                        </a:p>
                      </a:txBody>
                      <a:tcPr anchor="ctr"/>
                    </a:tc>
                    <a:extLst>
                      <a:ext uri="{0D108BD9-81ED-4DB2-BD59-A6C34878D82A}">
                        <a16:rowId xmlns:a16="http://schemas.microsoft.com/office/drawing/2014/main" val="3703349151"/>
                      </a:ext>
                    </a:extLst>
                  </a:tr>
                  <a:tr h="370840">
                    <a:tc>
                      <a:txBody>
                        <a:bodyPr/>
                        <a:lstStyle/>
                        <a:p>
                          <a:pPr algn="ctr"/>
                          <a:r>
                            <a:rPr lang="en-GB"/>
                            <a:t>Peak Speed</a:t>
                          </a:r>
                        </a:p>
                        <a:p>
                          <a:pPr algn="ctr"/>
                          <a14:m>
                            <m:oMathPara xmlns:m="http://schemas.openxmlformats.org/officeDocument/2006/math">
                              <m:oMathParaPr>
                                <m:jc m:val="centerGroup"/>
                              </m:oMathParaPr>
                              <m:oMath xmlns:m="http://schemas.openxmlformats.org/officeDocument/2006/math">
                                <m:r>
                                  <a:rPr lang="en-GB" sz="1800" i="1" smtClean="0">
                                    <a:latin typeface="Cambria Math" panose="02040503050406030204" pitchFamily="18" charset="0"/>
                                    <a:ea typeface="Cambria Math" panose="02040503050406030204" pitchFamily="18" charset="0"/>
                                  </a:rPr>
                                  <m:t>(</m:t>
                                </m:r>
                                <m:r>
                                  <a:rPr lang="en-GB" sz="1800" i="1" smtClean="0">
                                    <a:latin typeface="Cambria Math" panose="02040503050406030204" pitchFamily="18" charset="0"/>
                                    <a:ea typeface="Cambria Math" panose="02040503050406030204" pitchFamily="18" charset="0"/>
                                  </a:rPr>
                                  <m:t>𝑟𝑒𝑣</m:t>
                                </m:r>
                                <m:r>
                                  <a:rPr lang="en-GB" sz="1800" i="1" smtClean="0">
                                    <a:latin typeface="Cambria Math" panose="02040503050406030204" pitchFamily="18" charset="0"/>
                                    <a:ea typeface="Cambria Math" panose="02040503050406030204" pitchFamily="18" charset="0"/>
                                  </a:rPr>
                                  <m:t>/</m:t>
                                </m:r>
                                <m:r>
                                  <a:rPr lang="en-GB" sz="1800" i="1" smtClean="0">
                                    <a:latin typeface="Cambria Math" panose="02040503050406030204" pitchFamily="18" charset="0"/>
                                    <a:ea typeface="Cambria Math" panose="02040503050406030204" pitchFamily="18" charset="0"/>
                                  </a:rPr>
                                  <m:t>𝑚𝑖𝑛</m:t>
                                </m:r>
                                <m:r>
                                  <a:rPr lang="en-GB" sz="1800" i="1" smtClean="0">
                                    <a:latin typeface="Cambria Math" panose="02040503050406030204" pitchFamily="18" charset="0"/>
                                    <a:ea typeface="Cambria Math" panose="02040503050406030204" pitchFamily="18" charset="0"/>
                                  </a:rPr>
                                  <m:t>)</m:t>
                                </m:r>
                              </m:oMath>
                            </m:oMathPara>
                          </a14:m>
                          <a:endParaRPr lang="en-GB"/>
                        </a:p>
                      </a:txBody>
                      <a:tcPr anchor="ctr"/>
                    </a:tc>
                    <a:tc>
                      <a:txBody>
                        <a:bodyPr/>
                        <a:lstStyle/>
                        <a:p>
                          <a:pPr algn="ctr"/>
                          <a14:m>
                            <m:oMathPara xmlns:m="http://schemas.openxmlformats.org/officeDocument/2006/math">
                              <m:oMathParaPr>
                                <m:jc m:val="centerGroup"/>
                              </m:oMathParaPr>
                              <m:oMath xmlns:m="http://schemas.openxmlformats.org/officeDocument/2006/math">
                                <m:r>
                                  <a:rPr lang="en-GB" sz="1800" i="1" smtClean="0">
                                    <a:latin typeface="Cambria Math" panose="02040503050406030204" pitchFamily="18" charset="0"/>
                                    <a:ea typeface="Cambria Math" panose="02040503050406030204" pitchFamily="18" charset="0"/>
                                  </a:rPr>
                                  <m:t>𝜔</m:t>
                                </m:r>
                                <m:r>
                                  <a:rPr lang="en-GB" sz="1800" i="1" smtClean="0">
                                    <a:latin typeface="Cambria Math" panose="02040503050406030204" pitchFamily="18" charset="0"/>
                                    <a:ea typeface="Cambria Math" panose="02040503050406030204" pitchFamily="18" charset="0"/>
                                  </a:rPr>
                                  <m:t>=</m:t>
                                </m:r>
                                <m:f>
                                  <m:fPr>
                                    <m:ctrlPr>
                                      <a:rPr lang="en-GB" sz="1800" i="1" smtClean="0">
                                        <a:latin typeface="Cambria Math" panose="02040503050406030204" pitchFamily="18" charset="0"/>
                                        <a:ea typeface="Cambria Math" panose="02040503050406030204" pitchFamily="18" charset="0"/>
                                      </a:rPr>
                                    </m:ctrlPr>
                                  </m:fPr>
                                  <m:num>
                                    <m:r>
                                      <a:rPr lang="en-GB" sz="1800" i="1" smtClean="0">
                                        <a:latin typeface="Cambria Math" panose="02040503050406030204" pitchFamily="18" charset="0"/>
                                        <a:ea typeface="Cambria Math" panose="02040503050406030204" pitchFamily="18" charset="0"/>
                                      </a:rPr>
                                      <m:t>3</m:t>
                                    </m:r>
                                    <m:r>
                                      <a:rPr lang="en-GB" sz="1800" i="1" smtClean="0">
                                        <a:latin typeface="Cambria Math" panose="02040503050406030204" pitchFamily="18" charset="0"/>
                                        <a:ea typeface="Cambria Math" panose="02040503050406030204" pitchFamily="18" charset="0"/>
                                      </a:rPr>
                                      <m:t>𝜃</m:t>
                                    </m:r>
                                  </m:num>
                                  <m:den>
                                    <m:r>
                                      <a:rPr lang="en-GB" sz="1800" i="1" smtClean="0">
                                        <a:latin typeface="Cambria Math" panose="02040503050406030204" pitchFamily="18" charset="0"/>
                                        <a:ea typeface="Cambria Math" panose="02040503050406030204" pitchFamily="18" charset="0"/>
                                      </a:rPr>
                                      <m:t>2</m:t>
                                    </m:r>
                                    <m:sSub>
                                      <m:sSubPr>
                                        <m:ctrlPr>
                                          <a:rPr lang="en-GB" sz="1800" i="1" smtClean="0">
                                            <a:latin typeface="Cambria Math" panose="02040503050406030204" pitchFamily="18" charset="0"/>
                                            <a:ea typeface="Cambria Math" panose="02040503050406030204" pitchFamily="18" charset="0"/>
                                          </a:rPr>
                                        </m:ctrlPr>
                                      </m:sSubPr>
                                      <m:e>
                                        <m:r>
                                          <a:rPr lang="en-GB" sz="1800" i="1" smtClean="0">
                                            <a:latin typeface="Cambria Math" panose="02040503050406030204" pitchFamily="18" charset="0"/>
                                            <a:ea typeface="Cambria Math" panose="02040503050406030204" pitchFamily="18" charset="0"/>
                                          </a:rPr>
                                          <m:t>𝑡</m:t>
                                        </m:r>
                                      </m:e>
                                      <m:sub>
                                        <m:r>
                                          <a:rPr lang="en-GB" sz="1800" i="1" smtClean="0">
                                            <a:latin typeface="Cambria Math" panose="02040503050406030204" pitchFamily="18" charset="0"/>
                                            <a:ea typeface="Cambria Math" panose="02040503050406030204" pitchFamily="18" charset="0"/>
                                          </a:rPr>
                                          <m:t>𝑚</m:t>
                                        </m:r>
                                      </m:sub>
                                    </m:sSub>
                                  </m:den>
                                </m:f>
                              </m:oMath>
                            </m:oMathPara>
                          </a14:m>
                          <a:endParaRPr lang="en-GB"/>
                        </a:p>
                      </a:txBody>
                      <a:tcPr anchor="ctr"/>
                    </a:tc>
                    <a:tc>
                      <a:txBody>
                        <a:bodyPr/>
                        <a:lstStyle/>
                        <a:p>
                          <a:pPr algn="ctr"/>
                          <a14:m>
                            <m:oMathPara xmlns:m="http://schemas.openxmlformats.org/officeDocument/2006/math">
                              <m:oMathParaPr>
                                <m:jc m:val="centerGroup"/>
                              </m:oMathParaPr>
                              <m:oMath xmlns:m="http://schemas.openxmlformats.org/officeDocument/2006/math">
                                <m:r>
                                  <a:rPr lang="en-GB" sz="1800" i="1" smtClean="0">
                                    <a:latin typeface="Cambria Math" panose="02040503050406030204" pitchFamily="18" charset="0"/>
                                    <a:ea typeface="Cambria Math" panose="02040503050406030204" pitchFamily="18" charset="0"/>
                                  </a:rPr>
                                  <m:t>𝜔</m:t>
                                </m:r>
                                <m:r>
                                  <a:rPr lang="en-GB" sz="1800" b="0" i="1" smtClean="0">
                                    <a:latin typeface="Cambria Math" panose="02040503050406030204" pitchFamily="18" charset="0"/>
                                    <a:ea typeface="Cambria Math" panose="02040503050406030204" pitchFamily="18" charset="0"/>
                                  </a:rPr>
                                  <m:t>=</m:t>
                                </m:r>
                                <m:f>
                                  <m:fPr>
                                    <m:ctrlPr>
                                      <a:rPr lang="en-GB" sz="1800" b="0" i="1" smtClean="0">
                                        <a:latin typeface="Cambria Math" panose="02040503050406030204" pitchFamily="18" charset="0"/>
                                        <a:ea typeface="Cambria Math" panose="02040503050406030204" pitchFamily="18" charset="0"/>
                                      </a:rPr>
                                    </m:ctrlPr>
                                  </m:fPr>
                                  <m:num>
                                    <m:r>
                                      <a:rPr lang="en-GB" sz="1800" b="0" i="1" smtClean="0">
                                        <a:latin typeface="Cambria Math" panose="02040503050406030204" pitchFamily="18" charset="0"/>
                                        <a:ea typeface="Cambria Math" panose="02040503050406030204" pitchFamily="18" charset="0"/>
                                      </a:rPr>
                                      <m:t>2</m:t>
                                    </m:r>
                                    <m:r>
                                      <a:rPr lang="en-GB" sz="1800" b="0" i="1" smtClean="0">
                                        <a:latin typeface="Cambria Math" panose="02040503050406030204" pitchFamily="18" charset="0"/>
                                        <a:ea typeface="Cambria Math" panose="02040503050406030204" pitchFamily="18" charset="0"/>
                                      </a:rPr>
                                      <m:t>𝜃</m:t>
                                    </m:r>
                                  </m:num>
                                  <m:den>
                                    <m:sSub>
                                      <m:sSubPr>
                                        <m:ctrlPr>
                                          <a:rPr lang="en-GB" sz="1800" b="0" i="1" smtClean="0">
                                            <a:latin typeface="Cambria Math" panose="02040503050406030204" pitchFamily="18" charset="0"/>
                                            <a:ea typeface="Cambria Math" panose="02040503050406030204" pitchFamily="18" charset="0"/>
                                          </a:rPr>
                                        </m:ctrlPr>
                                      </m:sSubPr>
                                      <m:e>
                                        <m:r>
                                          <a:rPr lang="en-GB" sz="1800" b="0" i="1" smtClean="0">
                                            <a:latin typeface="Cambria Math" panose="02040503050406030204" pitchFamily="18" charset="0"/>
                                            <a:ea typeface="Cambria Math" panose="02040503050406030204" pitchFamily="18" charset="0"/>
                                          </a:rPr>
                                          <m:t>𝑡</m:t>
                                        </m:r>
                                      </m:e>
                                      <m:sub>
                                        <m:r>
                                          <a:rPr lang="en-GB" sz="1800" b="0" i="1" smtClean="0">
                                            <a:latin typeface="Cambria Math" panose="02040503050406030204" pitchFamily="18" charset="0"/>
                                            <a:ea typeface="Cambria Math" panose="02040503050406030204" pitchFamily="18" charset="0"/>
                                          </a:rPr>
                                          <m:t>𝑚</m:t>
                                        </m:r>
                                      </m:sub>
                                    </m:sSub>
                                  </m:den>
                                </m:f>
                              </m:oMath>
                            </m:oMathPara>
                          </a14:m>
                          <a:endParaRPr lang="en-GB"/>
                        </a:p>
                      </a:txBody>
                      <a:tcPr anchor="ctr"/>
                    </a:tc>
                    <a:extLst>
                      <a:ext uri="{0D108BD9-81ED-4DB2-BD59-A6C34878D82A}">
                        <a16:rowId xmlns:a16="http://schemas.microsoft.com/office/drawing/2014/main" val="3977877034"/>
                      </a:ext>
                    </a:extLst>
                  </a:tr>
                  <a:tr h="370840">
                    <a:tc>
                      <a:txBody>
                        <a:bodyPr/>
                        <a:lstStyle/>
                        <a:p>
                          <a:pPr algn="ctr"/>
                          <a:r>
                            <a:rPr lang="en-GB"/>
                            <a:t>Acceleration</a:t>
                          </a:r>
                          <a:endParaRPr lang="en-GB" sz="1800" i="1">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GB" sz="1800" i="1" smtClean="0">
                                    <a:latin typeface="Cambria Math" panose="02040503050406030204" pitchFamily="18" charset="0"/>
                                    <a:ea typeface="Cambria Math" panose="02040503050406030204" pitchFamily="18" charset="0"/>
                                  </a:rPr>
                                  <m:t>(</m:t>
                                </m:r>
                                <m:r>
                                  <a:rPr lang="en-GB" sz="1800" i="1" smtClean="0">
                                    <a:latin typeface="Cambria Math" panose="02040503050406030204" pitchFamily="18" charset="0"/>
                                    <a:ea typeface="Cambria Math" panose="02040503050406030204" pitchFamily="18" charset="0"/>
                                  </a:rPr>
                                  <m:t>𝑟𝑒𝑣</m:t>
                                </m:r>
                                <m:r>
                                  <a:rPr lang="en-GB" sz="1800" i="1" smtClean="0">
                                    <a:latin typeface="Cambria Math" panose="02040503050406030204" pitchFamily="18" charset="0"/>
                                    <a:ea typeface="Cambria Math" panose="02040503050406030204" pitchFamily="18" charset="0"/>
                                  </a:rPr>
                                  <m:t>/</m:t>
                                </m:r>
                                <m:sSup>
                                  <m:sSupPr>
                                    <m:ctrlPr>
                                      <a:rPr lang="en-GB" sz="1800" i="1" smtClean="0">
                                        <a:latin typeface="Cambria Math" panose="02040503050406030204" pitchFamily="18" charset="0"/>
                                        <a:ea typeface="Cambria Math" panose="02040503050406030204" pitchFamily="18" charset="0"/>
                                      </a:rPr>
                                    </m:ctrlPr>
                                  </m:sSupPr>
                                  <m:e>
                                    <m:r>
                                      <a:rPr lang="en-GB" sz="1800" i="1">
                                        <a:latin typeface="Cambria Math" panose="02040503050406030204" pitchFamily="18" charset="0"/>
                                        <a:ea typeface="Cambria Math" panose="02040503050406030204" pitchFamily="18" charset="0"/>
                                      </a:rPr>
                                      <m:t>𝑚𝑖𝑛</m:t>
                                    </m:r>
                                  </m:e>
                                  <m:sup>
                                    <m:r>
                                      <a:rPr lang="en-GB" sz="1800" i="1" smtClean="0">
                                        <a:latin typeface="Cambria Math" panose="02040503050406030204" pitchFamily="18" charset="0"/>
                                        <a:ea typeface="Cambria Math" panose="02040503050406030204" pitchFamily="18" charset="0"/>
                                      </a:rPr>
                                      <m:t>2</m:t>
                                    </m:r>
                                  </m:sup>
                                </m:sSup>
                                <m:r>
                                  <a:rPr lang="en-GB" sz="1800" i="1">
                                    <a:latin typeface="Cambria Math" panose="02040503050406030204" pitchFamily="18" charset="0"/>
                                    <a:ea typeface="Cambria Math" panose="02040503050406030204" pitchFamily="18" charset="0"/>
                                  </a:rPr>
                                  <m:t>)</m:t>
                                </m:r>
                              </m:oMath>
                            </m:oMathPara>
                          </a14:m>
                          <a:endParaRPr lang="en-GB"/>
                        </a:p>
                      </a:txBody>
                      <a:tcPr anchor="ctr"/>
                    </a:tc>
                    <a:tc>
                      <a:txBody>
                        <a:bodyPr/>
                        <a:lstStyle/>
                        <a:p>
                          <a:pPr algn="ctr"/>
                          <a14:m>
                            <m:oMathPara xmlns:m="http://schemas.openxmlformats.org/officeDocument/2006/math">
                              <m:oMathParaPr>
                                <m:jc m:val="centerGroup"/>
                              </m:oMathParaPr>
                              <m:oMath xmlns:m="http://schemas.openxmlformats.org/officeDocument/2006/math">
                                <m:r>
                                  <a:rPr lang="en-GB" sz="1800" i="1" smtClean="0">
                                    <a:latin typeface="Cambria Math" panose="02040503050406030204" pitchFamily="18" charset="0"/>
                                    <a:ea typeface="Cambria Math" panose="02040503050406030204" pitchFamily="18" charset="0"/>
                                  </a:rPr>
                                  <m:t>𝛼</m:t>
                                </m:r>
                                <m:r>
                                  <a:rPr lang="en-GB" sz="1800" i="1">
                                    <a:latin typeface="Cambria Math" panose="02040503050406030204" pitchFamily="18" charset="0"/>
                                    <a:ea typeface="Cambria Math" panose="02040503050406030204" pitchFamily="18" charset="0"/>
                                  </a:rPr>
                                  <m:t>=</m:t>
                                </m:r>
                                <m:f>
                                  <m:fPr>
                                    <m:ctrlPr>
                                      <a:rPr lang="en-GB" sz="1800" i="1" smtClean="0">
                                        <a:latin typeface="Cambria Math" panose="02040503050406030204" pitchFamily="18" charset="0"/>
                                        <a:ea typeface="Cambria Math" panose="02040503050406030204" pitchFamily="18" charset="0"/>
                                      </a:rPr>
                                    </m:ctrlPr>
                                  </m:fPr>
                                  <m:num>
                                    <m:r>
                                      <a:rPr lang="en-GB" sz="1800" i="1">
                                        <a:latin typeface="Cambria Math" panose="02040503050406030204" pitchFamily="18" charset="0"/>
                                        <a:ea typeface="Cambria Math" panose="02040503050406030204" pitchFamily="18" charset="0"/>
                                      </a:rPr>
                                      <m:t>3</m:t>
                                    </m:r>
                                    <m:r>
                                      <a:rPr lang="en-GB" sz="1800" i="1">
                                        <a:latin typeface="Cambria Math" panose="02040503050406030204" pitchFamily="18" charset="0"/>
                                        <a:ea typeface="Cambria Math" panose="02040503050406030204" pitchFamily="18" charset="0"/>
                                      </a:rPr>
                                      <m:t>𝜔</m:t>
                                    </m:r>
                                  </m:num>
                                  <m:den>
                                    <m:sSub>
                                      <m:sSubPr>
                                        <m:ctrlPr>
                                          <a:rPr lang="en-GB" sz="1800" i="1">
                                            <a:latin typeface="Cambria Math" panose="02040503050406030204" pitchFamily="18" charset="0"/>
                                            <a:ea typeface="Cambria Math" panose="02040503050406030204" pitchFamily="18" charset="0"/>
                                          </a:rPr>
                                        </m:ctrlPr>
                                      </m:sSubPr>
                                      <m:e>
                                        <m:r>
                                          <a:rPr lang="en-GB" sz="1800" i="1">
                                            <a:latin typeface="Cambria Math" panose="02040503050406030204" pitchFamily="18" charset="0"/>
                                            <a:ea typeface="Cambria Math" panose="02040503050406030204" pitchFamily="18" charset="0"/>
                                          </a:rPr>
                                          <m:t>𝑡</m:t>
                                        </m:r>
                                      </m:e>
                                      <m:sub>
                                        <m:r>
                                          <a:rPr lang="en-GB" sz="1800" i="1">
                                            <a:latin typeface="Cambria Math" panose="02040503050406030204" pitchFamily="18" charset="0"/>
                                            <a:ea typeface="Cambria Math" panose="02040503050406030204" pitchFamily="18" charset="0"/>
                                          </a:rPr>
                                          <m:t>𝑚</m:t>
                                        </m:r>
                                      </m:sub>
                                    </m:sSub>
                                  </m:den>
                                </m:f>
                              </m:oMath>
                            </m:oMathPara>
                          </a14:m>
                          <a:endParaRPr lang="en-GB"/>
                        </a:p>
                      </a:txBody>
                      <a:tcPr anchor="ctr"/>
                    </a:tc>
                    <a:tc>
                      <a:txBody>
                        <a:bodyPr/>
                        <a:lstStyle/>
                        <a:p>
                          <a:pPr algn="ctr"/>
                          <a14:m>
                            <m:oMathPara xmlns:m="http://schemas.openxmlformats.org/officeDocument/2006/math">
                              <m:oMathParaPr>
                                <m:jc m:val="centerGroup"/>
                              </m:oMathParaPr>
                              <m:oMath xmlns:m="http://schemas.openxmlformats.org/officeDocument/2006/math">
                                <m:r>
                                  <a:rPr lang="en-GB" sz="1800" i="1" smtClean="0">
                                    <a:latin typeface="Cambria Math" panose="02040503050406030204" pitchFamily="18" charset="0"/>
                                    <a:ea typeface="Cambria Math" panose="02040503050406030204" pitchFamily="18" charset="0"/>
                                  </a:rPr>
                                  <m:t>𝛼</m:t>
                                </m:r>
                                <m:r>
                                  <a:rPr lang="en-GB" sz="1800" i="1">
                                    <a:latin typeface="Cambria Math" panose="02040503050406030204" pitchFamily="18" charset="0"/>
                                    <a:ea typeface="Cambria Math" panose="02040503050406030204" pitchFamily="18" charset="0"/>
                                  </a:rPr>
                                  <m:t>=</m:t>
                                </m:r>
                                <m:f>
                                  <m:fPr>
                                    <m:ctrlPr>
                                      <a:rPr lang="en-GB" sz="1800" i="1" smtClean="0">
                                        <a:latin typeface="Cambria Math" panose="02040503050406030204" pitchFamily="18" charset="0"/>
                                        <a:ea typeface="Cambria Math" panose="02040503050406030204" pitchFamily="18" charset="0"/>
                                      </a:rPr>
                                    </m:ctrlPr>
                                  </m:fPr>
                                  <m:num>
                                    <m:r>
                                      <a:rPr lang="en-GB" sz="1800" b="0" i="1" smtClean="0">
                                        <a:latin typeface="Cambria Math" panose="02040503050406030204" pitchFamily="18" charset="0"/>
                                        <a:ea typeface="Cambria Math" panose="02040503050406030204" pitchFamily="18" charset="0"/>
                                      </a:rPr>
                                      <m:t>2</m:t>
                                    </m:r>
                                    <m:r>
                                      <a:rPr lang="en-GB" sz="1800" i="1">
                                        <a:latin typeface="Cambria Math" panose="02040503050406030204" pitchFamily="18" charset="0"/>
                                        <a:ea typeface="Cambria Math" panose="02040503050406030204" pitchFamily="18" charset="0"/>
                                      </a:rPr>
                                      <m:t>𝜔</m:t>
                                    </m:r>
                                  </m:num>
                                  <m:den>
                                    <m:sSub>
                                      <m:sSubPr>
                                        <m:ctrlPr>
                                          <a:rPr lang="en-GB" sz="1800" i="1">
                                            <a:latin typeface="Cambria Math" panose="02040503050406030204" pitchFamily="18" charset="0"/>
                                            <a:ea typeface="Cambria Math" panose="02040503050406030204" pitchFamily="18" charset="0"/>
                                          </a:rPr>
                                        </m:ctrlPr>
                                      </m:sSubPr>
                                      <m:e>
                                        <m:r>
                                          <a:rPr lang="en-GB" sz="1800" i="1">
                                            <a:latin typeface="Cambria Math" panose="02040503050406030204" pitchFamily="18" charset="0"/>
                                            <a:ea typeface="Cambria Math" panose="02040503050406030204" pitchFamily="18" charset="0"/>
                                          </a:rPr>
                                          <m:t>𝑡</m:t>
                                        </m:r>
                                      </m:e>
                                      <m:sub>
                                        <m:r>
                                          <a:rPr lang="en-GB" sz="1800" i="1">
                                            <a:latin typeface="Cambria Math" panose="02040503050406030204" pitchFamily="18" charset="0"/>
                                            <a:ea typeface="Cambria Math" panose="02040503050406030204" pitchFamily="18" charset="0"/>
                                          </a:rPr>
                                          <m:t>𝑚</m:t>
                                        </m:r>
                                      </m:sub>
                                    </m:sSub>
                                  </m:den>
                                </m:f>
                              </m:oMath>
                            </m:oMathPara>
                          </a14:m>
                          <a:endParaRPr lang="en-GB"/>
                        </a:p>
                      </a:txBody>
                      <a:tcPr anchor="ctr"/>
                    </a:tc>
                    <a:extLst>
                      <a:ext uri="{0D108BD9-81ED-4DB2-BD59-A6C34878D82A}">
                        <a16:rowId xmlns:a16="http://schemas.microsoft.com/office/drawing/2014/main" val="3861148811"/>
                      </a:ext>
                    </a:extLst>
                  </a:tr>
                  <a:tr h="370840">
                    <a:tc>
                      <a:txBody>
                        <a:bodyPr/>
                        <a:lstStyle/>
                        <a:p>
                          <a:pPr algn="ctr"/>
                          <a:r>
                            <a:rPr lang="en-GB"/>
                            <a:t>Duty Cycle</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GB" sz="1800" i="1" smtClean="0">
                                    <a:latin typeface="Cambria Math" panose="02040503050406030204" pitchFamily="18" charset="0"/>
                                    <a:ea typeface="Cambria Math" panose="02040503050406030204" pitchFamily="18" charset="0"/>
                                  </a:rPr>
                                  <m:t>𝑑</m:t>
                                </m:r>
                                <m:r>
                                  <a:rPr lang="en-GB" sz="1800" i="1" smtClean="0">
                                    <a:latin typeface="Cambria Math" panose="02040503050406030204" pitchFamily="18" charset="0"/>
                                    <a:ea typeface="Cambria Math" panose="02040503050406030204" pitchFamily="18" charset="0"/>
                                  </a:rPr>
                                  <m:t>=</m:t>
                                </m:r>
                                <m:f>
                                  <m:fPr>
                                    <m:ctrlPr>
                                      <a:rPr lang="en-GB" sz="1800" i="1" smtClean="0">
                                        <a:latin typeface="Cambria Math" panose="02040503050406030204" pitchFamily="18" charset="0"/>
                                        <a:ea typeface="Cambria Math" panose="02040503050406030204" pitchFamily="18" charset="0"/>
                                      </a:rPr>
                                    </m:ctrlPr>
                                  </m:fPr>
                                  <m:num>
                                    <m:r>
                                      <a:rPr lang="en-GB" sz="1800" i="1" smtClean="0">
                                        <a:latin typeface="Cambria Math" panose="02040503050406030204" pitchFamily="18" charset="0"/>
                                        <a:ea typeface="Cambria Math" panose="02040503050406030204" pitchFamily="18" charset="0"/>
                                      </a:rPr>
                                      <m:t>2</m:t>
                                    </m:r>
                                    <m:sSub>
                                      <m:sSubPr>
                                        <m:ctrlPr>
                                          <a:rPr lang="en-GB" sz="1800" i="1">
                                            <a:latin typeface="Cambria Math" panose="02040503050406030204" pitchFamily="18" charset="0"/>
                                            <a:ea typeface="Cambria Math" panose="02040503050406030204" pitchFamily="18" charset="0"/>
                                          </a:rPr>
                                        </m:ctrlPr>
                                      </m:sSubPr>
                                      <m:e>
                                        <m:r>
                                          <a:rPr lang="en-GB" sz="1800" i="1">
                                            <a:latin typeface="Cambria Math" panose="02040503050406030204" pitchFamily="18" charset="0"/>
                                            <a:ea typeface="Cambria Math" panose="02040503050406030204" pitchFamily="18" charset="0"/>
                                          </a:rPr>
                                          <m:t>𝑡</m:t>
                                        </m:r>
                                      </m:e>
                                      <m:sub>
                                        <m:r>
                                          <a:rPr lang="en-GB" sz="1800" i="1">
                                            <a:latin typeface="Cambria Math" panose="02040503050406030204" pitchFamily="18" charset="0"/>
                                            <a:ea typeface="Cambria Math" panose="02040503050406030204" pitchFamily="18" charset="0"/>
                                          </a:rPr>
                                          <m:t>𝑚</m:t>
                                        </m:r>
                                      </m:sub>
                                    </m:sSub>
                                  </m:num>
                                  <m:den>
                                    <m:r>
                                      <a:rPr lang="en-GB" sz="1800" i="1" smtClean="0">
                                        <a:latin typeface="Cambria Math" panose="02040503050406030204" pitchFamily="18" charset="0"/>
                                        <a:ea typeface="Cambria Math" panose="02040503050406030204" pitchFamily="18" charset="0"/>
                                      </a:rPr>
                                      <m:t>3(</m:t>
                                    </m:r>
                                    <m:sSub>
                                      <m:sSubPr>
                                        <m:ctrlPr>
                                          <a:rPr lang="en-GB" sz="1800" i="1">
                                            <a:latin typeface="Cambria Math" panose="02040503050406030204" pitchFamily="18" charset="0"/>
                                            <a:ea typeface="Cambria Math" panose="02040503050406030204" pitchFamily="18" charset="0"/>
                                          </a:rPr>
                                        </m:ctrlPr>
                                      </m:sSubPr>
                                      <m:e>
                                        <m:r>
                                          <a:rPr lang="en-GB" sz="1800" i="1">
                                            <a:latin typeface="Cambria Math" panose="02040503050406030204" pitchFamily="18" charset="0"/>
                                            <a:ea typeface="Cambria Math" panose="02040503050406030204" pitchFamily="18" charset="0"/>
                                          </a:rPr>
                                          <m:t>𝑡</m:t>
                                        </m:r>
                                      </m:e>
                                      <m:sub>
                                        <m:r>
                                          <a:rPr lang="en-GB" sz="1800" i="1">
                                            <a:latin typeface="Cambria Math" panose="02040503050406030204" pitchFamily="18" charset="0"/>
                                            <a:ea typeface="Cambria Math" panose="02040503050406030204" pitchFamily="18" charset="0"/>
                                          </a:rPr>
                                          <m:t>𝑚</m:t>
                                        </m:r>
                                      </m:sub>
                                    </m:sSub>
                                    <m:r>
                                      <a:rPr lang="en-GB" sz="1800" i="1" smtClean="0">
                                        <a:latin typeface="Cambria Math" panose="02040503050406030204" pitchFamily="18" charset="0"/>
                                        <a:ea typeface="Cambria Math" panose="02040503050406030204" pitchFamily="18" charset="0"/>
                                      </a:rPr>
                                      <m:t>+</m:t>
                                    </m:r>
                                    <m:sSub>
                                      <m:sSubPr>
                                        <m:ctrlPr>
                                          <a:rPr lang="en-GB" sz="1800" i="1">
                                            <a:latin typeface="Cambria Math" panose="02040503050406030204" pitchFamily="18" charset="0"/>
                                            <a:ea typeface="Cambria Math" panose="02040503050406030204" pitchFamily="18" charset="0"/>
                                          </a:rPr>
                                        </m:ctrlPr>
                                      </m:sSubPr>
                                      <m:e>
                                        <m:r>
                                          <a:rPr lang="en-GB" sz="1800" i="1">
                                            <a:latin typeface="Cambria Math" panose="02040503050406030204" pitchFamily="18" charset="0"/>
                                            <a:ea typeface="Cambria Math" panose="02040503050406030204" pitchFamily="18" charset="0"/>
                                          </a:rPr>
                                          <m:t>𝑡</m:t>
                                        </m:r>
                                      </m:e>
                                      <m:sub>
                                        <m:r>
                                          <a:rPr lang="en-GB" sz="1800" i="1" smtClean="0">
                                            <a:latin typeface="Cambria Math" panose="02040503050406030204" pitchFamily="18" charset="0"/>
                                            <a:ea typeface="Cambria Math" panose="02040503050406030204" pitchFamily="18" charset="0"/>
                                          </a:rPr>
                                          <m:t>𝑑</m:t>
                                        </m:r>
                                      </m:sub>
                                    </m:sSub>
                                    <m:r>
                                      <a:rPr lang="en-GB" sz="1800" i="1" smtClean="0">
                                        <a:latin typeface="Cambria Math" panose="02040503050406030204" pitchFamily="18" charset="0"/>
                                        <a:ea typeface="Cambria Math" panose="02040503050406030204" pitchFamily="18" charset="0"/>
                                      </a:rPr>
                                      <m:t>)</m:t>
                                    </m:r>
                                  </m:den>
                                </m:f>
                              </m:oMath>
                            </m:oMathPara>
                          </a14:m>
                          <a:endParaRPr lang="en-GB"/>
                        </a:p>
                      </a:txBody>
                      <a:tcPr anchor="ctr"/>
                    </a:tc>
                    <a:tc>
                      <a:txBody>
                        <a:body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ea typeface="Cambria Math" panose="02040503050406030204" pitchFamily="18" charset="0"/>
                                  </a:rPr>
                                  <m:t>𝑑</m:t>
                                </m:r>
                                <m:r>
                                  <a:rPr lang="en-GB" sz="1800" b="0" i="1" smtClean="0">
                                    <a:latin typeface="Cambria Math" panose="02040503050406030204" pitchFamily="18" charset="0"/>
                                    <a:ea typeface="Cambria Math" panose="02040503050406030204" pitchFamily="18" charset="0"/>
                                  </a:rPr>
                                  <m:t>=</m:t>
                                </m:r>
                                <m:f>
                                  <m:fPr>
                                    <m:ctrlPr>
                                      <a:rPr lang="en-GB" sz="1800" b="0" i="1" smtClean="0">
                                        <a:latin typeface="Cambria Math" panose="02040503050406030204" pitchFamily="18" charset="0"/>
                                        <a:ea typeface="Cambria Math" panose="02040503050406030204" pitchFamily="18" charset="0"/>
                                      </a:rPr>
                                    </m:ctrlPr>
                                  </m:fPr>
                                  <m:num>
                                    <m:sSub>
                                      <m:sSubPr>
                                        <m:ctrlPr>
                                          <a:rPr lang="en-GB" sz="1800" i="1">
                                            <a:latin typeface="Cambria Math" panose="02040503050406030204" pitchFamily="18" charset="0"/>
                                            <a:ea typeface="Cambria Math" panose="02040503050406030204" pitchFamily="18" charset="0"/>
                                          </a:rPr>
                                        </m:ctrlPr>
                                      </m:sSubPr>
                                      <m:e>
                                        <m:r>
                                          <a:rPr lang="en-GB" sz="1800" i="1">
                                            <a:latin typeface="Cambria Math" panose="02040503050406030204" pitchFamily="18" charset="0"/>
                                            <a:ea typeface="Cambria Math" panose="02040503050406030204" pitchFamily="18" charset="0"/>
                                          </a:rPr>
                                          <m:t>𝑡</m:t>
                                        </m:r>
                                      </m:e>
                                      <m:sub>
                                        <m:r>
                                          <a:rPr lang="en-GB" sz="1800" i="1">
                                            <a:latin typeface="Cambria Math" panose="02040503050406030204" pitchFamily="18" charset="0"/>
                                            <a:ea typeface="Cambria Math" panose="02040503050406030204" pitchFamily="18" charset="0"/>
                                          </a:rPr>
                                          <m:t>𝑚</m:t>
                                        </m:r>
                                      </m:sub>
                                    </m:sSub>
                                  </m:num>
                                  <m:den>
                                    <m:r>
                                      <a:rPr lang="en-GB" sz="1800" b="0" i="1" smtClean="0">
                                        <a:latin typeface="Cambria Math" panose="02040503050406030204" pitchFamily="18" charset="0"/>
                                        <a:ea typeface="Cambria Math" panose="02040503050406030204" pitchFamily="18" charset="0"/>
                                      </a:rPr>
                                      <m:t>(</m:t>
                                    </m:r>
                                    <m:sSub>
                                      <m:sSubPr>
                                        <m:ctrlPr>
                                          <a:rPr lang="en-GB" sz="1800" i="1">
                                            <a:latin typeface="Cambria Math" panose="02040503050406030204" pitchFamily="18" charset="0"/>
                                            <a:ea typeface="Cambria Math" panose="02040503050406030204" pitchFamily="18" charset="0"/>
                                          </a:rPr>
                                        </m:ctrlPr>
                                      </m:sSubPr>
                                      <m:e>
                                        <m:r>
                                          <a:rPr lang="en-GB" sz="1800" i="1">
                                            <a:latin typeface="Cambria Math" panose="02040503050406030204" pitchFamily="18" charset="0"/>
                                            <a:ea typeface="Cambria Math" panose="02040503050406030204" pitchFamily="18" charset="0"/>
                                          </a:rPr>
                                          <m:t>𝑡</m:t>
                                        </m:r>
                                      </m:e>
                                      <m:sub>
                                        <m:r>
                                          <a:rPr lang="en-GB" sz="1800" i="1">
                                            <a:latin typeface="Cambria Math" panose="02040503050406030204" pitchFamily="18" charset="0"/>
                                            <a:ea typeface="Cambria Math" panose="02040503050406030204" pitchFamily="18" charset="0"/>
                                          </a:rPr>
                                          <m:t>𝑚</m:t>
                                        </m:r>
                                      </m:sub>
                                    </m:sSub>
                                    <m:r>
                                      <a:rPr lang="en-GB" sz="1800" b="0" i="1" smtClean="0">
                                        <a:latin typeface="Cambria Math" panose="02040503050406030204" pitchFamily="18" charset="0"/>
                                        <a:ea typeface="Cambria Math" panose="02040503050406030204" pitchFamily="18" charset="0"/>
                                      </a:rPr>
                                      <m:t>+</m:t>
                                    </m:r>
                                    <m:sSub>
                                      <m:sSubPr>
                                        <m:ctrlPr>
                                          <a:rPr lang="en-GB" sz="1800" i="1">
                                            <a:latin typeface="Cambria Math" panose="02040503050406030204" pitchFamily="18" charset="0"/>
                                            <a:ea typeface="Cambria Math" panose="02040503050406030204" pitchFamily="18" charset="0"/>
                                          </a:rPr>
                                        </m:ctrlPr>
                                      </m:sSubPr>
                                      <m:e>
                                        <m:r>
                                          <a:rPr lang="en-GB" sz="1800" i="1">
                                            <a:latin typeface="Cambria Math" panose="02040503050406030204" pitchFamily="18" charset="0"/>
                                            <a:ea typeface="Cambria Math" panose="02040503050406030204" pitchFamily="18" charset="0"/>
                                          </a:rPr>
                                          <m:t>𝑡</m:t>
                                        </m:r>
                                      </m:e>
                                      <m:sub>
                                        <m:r>
                                          <a:rPr lang="en-GB" sz="1800" b="0" i="1" smtClean="0">
                                            <a:latin typeface="Cambria Math" panose="02040503050406030204" pitchFamily="18" charset="0"/>
                                            <a:ea typeface="Cambria Math" panose="02040503050406030204" pitchFamily="18" charset="0"/>
                                          </a:rPr>
                                          <m:t>𝑑</m:t>
                                        </m:r>
                                      </m:sub>
                                    </m:sSub>
                                    <m:r>
                                      <a:rPr lang="en-GB" sz="1800" b="0" i="1" smtClean="0">
                                        <a:latin typeface="Cambria Math" panose="02040503050406030204" pitchFamily="18" charset="0"/>
                                        <a:ea typeface="Cambria Math" panose="02040503050406030204" pitchFamily="18" charset="0"/>
                                      </a:rPr>
                                      <m:t>)</m:t>
                                    </m:r>
                                  </m:den>
                                </m:f>
                              </m:oMath>
                            </m:oMathPara>
                          </a14:m>
                          <a:endParaRPr lang="en-GB"/>
                        </a:p>
                      </a:txBody>
                      <a:tcPr anchor="ctr"/>
                    </a:tc>
                    <a:extLst>
                      <a:ext uri="{0D108BD9-81ED-4DB2-BD59-A6C34878D82A}">
                        <a16:rowId xmlns:a16="http://schemas.microsoft.com/office/drawing/2014/main" val="2028431625"/>
                      </a:ext>
                    </a:extLst>
                  </a:tr>
                </a:tbl>
              </a:graphicData>
            </a:graphic>
          </p:graphicFrame>
        </mc:Choice>
        <mc:Fallback>
          <p:graphicFrame>
            <p:nvGraphicFramePr>
              <p:cNvPr id="12" name="Table 11">
                <a:extLst>
                  <a:ext uri="{FF2B5EF4-FFF2-40B4-BE49-F238E27FC236}">
                    <a16:creationId xmlns:a16="http://schemas.microsoft.com/office/drawing/2014/main" id="{A9D6B1B4-4907-4312-AC20-1E031063D1A8}"/>
                  </a:ext>
                </a:extLst>
              </p:cNvPr>
              <p:cNvGraphicFramePr>
                <a:graphicFrameLocks noGrp="1"/>
              </p:cNvGraphicFramePr>
              <p:nvPr>
                <p:extLst>
                  <p:ext uri="{D42A27DB-BD31-4B8C-83A1-F6EECF244321}">
                    <p14:modId xmlns:p14="http://schemas.microsoft.com/office/powerpoint/2010/main" val="679524492"/>
                  </p:ext>
                </p:extLst>
              </p:nvPr>
            </p:nvGraphicFramePr>
            <p:xfrm>
              <a:off x="5521324" y="2761373"/>
              <a:ext cx="5969001" cy="2334959"/>
            </p:xfrm>
            <a:graphic>
              <a:graphicData uri="http://schemas.openxmlformats.org/drawingml/2006/table">
                <a:tbl>
                  <a:tblPr firstRow="1" bandRow="1">
                    <a:tableStyleId>{5C22544A-7EE6-4342-B048-85BDC9FD1C3A}</a:tableStyleId>
                  </a:tblPr>
                  <a:tblGrid>
                    <a:gridCol w="1989667">
                      <a:extLst>
                        <a:ext uri="{9D8B030D-6E8A-4147-A177-3AD203B41FA5}">
                          <a16:colId xmlns:a16="http://schemas.microsoft.com/office/drawing/2014/main" val="2510690129"/>
                        </a:ext>
                      </a:extLst>
                    </a:gridCol>
                    <a:gridCol w="1989667">
                      <a:extLst>
                        <a:ext uri="{9D8B030D-6E8A-4147-A177-3AD203B41FA5}">
                          <a16:colId xmlns:a16="http://schemas.microsoft.com/office/drawing/2014/main" val="2760708760"/>
                        </a:ext>
                      </a:extLst>
                    </a:gridCol>
                    <a:gridCol w="1989667">
                      <a:extLst>
                        <a:ext uri="{9D8B030D-6E8A-4147-A177-3AD203B41FA5}">
                          <a16:colId xmlns:a16="http://schemas.microsoft.com/office/drawing/2014/main" val="1941538135"/>
                        </a:ext>
                      </a:extLst>
                    </a:gridCol>
                  </a:tblGrid>
                  <a:tr h="370840">
                    <a:tc>
                      <a:txBody>
                        <a:bodyPr/>
                        <a:lstStyle/>
                        <a:p>
                          <a:pPr algn="ctr"/>
                          <a:r>
                            <a:rPr lang="en-GB"/>
                            <a:t>Relationships</a:t>
                          </a:r>
                        </a:p>
                      </a:txBody>
                      <a:tcPr anchor="ctr"/>
                    </a:tc>
                    <a:tc>
                      <a:txBody>
                        <a:bodyPr/>
                        <a:lstStyle/>
                        <a:p>
                          <a:pPr algn="ctr"/>
                          <a:r>
                            <a:rPr lang="en-GB"/>
                            <a:t>Trapezoidal</a:t>
                          </a:r>
                        </a:p>
                      </a:txBody>
                      <a:tcPr anchor="ctr"/>
                    </a:tc>
                    <a:tc>
                      <a:txBody>
                        <a:bodyPr/>
                        <a:lstStyle/>
                        <a:p>
                          <a:pPr algn="ctr"/>
                          <a:r>
                            <a:rPr lang="en-GB"/>
                            <a:t>Triangular</a:t>
                          </a:r>
                        </a:p>
                      </a:txBody>
                      <a:tcPr anchor="ctr"/>
                    </a:tc>
                    <a:extLst>
                      <a:ext uri="{0D108BD9-81ED-4DB2-BD59-A6C34878D82A}">
                        <a16:rowId xmlns:a16="http://schemas.microsoft.com/office/drawing/2014/main" val="3703349151"/>
                      </a:ext>
                    </a:extLst>
                  </a:tr>
                  <a:tr h="655447">
                    <a:tc>
                      <a:txBody>
                        <a:bodyPr/>
                        <a:lstStyle/>
                        <a:p>
                          <a:endParaRPr lang="en-US"/>
                        </a:p>
                      </a:txBody>
                      <a:tcPr anchor="ctr">
                        <a:blipFill>
                          <a:blip r:embed="rId5"/>
                          <a:stretch>
                            <a:fillRect l="-306" t="-60185" r="-201223" b="-201852"/>
                          </a:stretch>
                        </a:blipFill>
                      </a:tcPr>
                    </a:tc>
                    <a:tc>
                      <a:txBody>
                        <a:bodyPr/>
                        <a:lstStyle/>
                        <a:p>
                          <a:endParaRPr lang="en-US"/>
                        </a:p>
                      </a:txBody>
                      <a:tcPr anchor="ctr">
                        <a:blipFill>
                          <a:blip r:embed="rId5"/>
                          <a:stretch>
                            <a:fillRect l="-100613" t="-60185" r="-101840" b="-201852"/>
                          </a:stretch>
                        </a:blipFill>
                      </a:tcPr>
                    </a:tc>
                    <a:tc>
                      <a:txBody>
                        <a:bodyPr/>
                        <a:lstStyle/>
                        <a:p>
                          <a:endParaRPr lang="en-US"/>
                        </a:p>
                      </a:txBody>
                      <a:tcPr anchor="ctr">
                        <a:blipFill>
                          <a:blip r:embed="rId5"/>
                          <a:stretch>
                            <a:fillRect l="-200000" t="-60185" r="-1529" b="-201852"/>
                          </a:stretch>
                        </a:blipFill>
                      </a:tcPr>
                    </a:tc>
                    <a:extLst>
                      <a:ext uri="{0D108BD9-81ED-4DB2-BD59-A6C34878D82A}">
                        <a16:rowId xmlns:a16="http://schemas.microsoft.com/office/drawing/2014/main" val="3977877034"/>
                      </a:ext>
                    </a:extLst>
                  </a:tr>
                  <a:tr h="653161">
                    <a:tc>
                      <a:txBody>
                        <a:bodyPr/>
                        <a:lstStyle/>
                        <a:p>
                          <a:endParaRPr lang="en-US"/>
                        </a:p>
                      </a:txBody>
                      <a:tcPr anchor="ctr">
                        <a:blipFill>
                          <a:blip r:embed="rId5"/>
                          <a:stretch>
                            <a:fillRect l="-306" t="-160185" r="-201223" b="-101852"/>
                          </a:stretch>
                        </a:blipFill>
                      </a:tcPr>
                    </a:tc>
                    <a:tc>
                      <a:txBody>
                        <a:bodyPr/>
                        <a:lstStyle/>
                        <a:p>
                          <a:endParaRPr lang="en-US"/>
                        </a:p>
                      </a:txBody>
                      <a:tcPr anchor="ctr">
                        <a:blipFill>
                          <a:blip r:embed="rId5"/>
                          <a:stretch>
                            <a:fillRect l="-100613" t="-160185" r="-101840" b="-101852"/>
                          </a:stretch>
                        </a:blipFill>
                      </a:tcPr>
                    </a:tc>
                    <a:tc>
                      <a:txBody>
                        <a:bodyPr/>
                        <a:lstStyle/>
                        <a:p>
                          <a:endParaRPr lang="en-US"/>
                        </a:p>
                      </a:txBody>
                      <a:tcPr anchor="ctr">
                        <a:blipFill>
                          <a:blip r:embed="rId5"/>
                          <a:stretch>
                            <a:fillRect l="-200000" t="-160185" r="-1529" b="-101852"/>
                          </a:stretch>
                        </a:blipFill>
                      </a:tcPr>
                    </a:tc>
                    <a:extLst>
                      <a:ext uri="{0D108BD9-81ED-4DB2-BD59-A6C34878D82A}">
                        <a16:rowId xmlns:a16="http://schemas.microsoft.com/office/drawing/2014/main" val="3861148811"/>
                      </a:ext>
                    </a:extLst>
                  </a:tr>
                  <a:tr h="655511">
                    <a:tc>
                      <a:txBody>
                        <a:bodyPr/>
                        <a:lstStyle/>
                        <a:p>
                          <a:pPr algn="ctr"/>
                          <a:r>
                            <a:rPr lang="en-GB"/>
                            <a:t>Duty Cycle</a:t>
                          </a:r>
                        </a:p>
                      </a:txBody>
                      <a:tcPr anchor="ctr"/>
                    </a:tc>
                    <a:tc>
                      <a:txBody>
                        <a:bodyPr/>
                        <a:lstStyle/>
                        <a:p>
                          <a:endParaRPr lang="en-US"/>
                        </a:p>
                      </a:txBody>
                      <a:tcPr anchor="ctr">
                        <a:blipFill>
                          <a:blip r:embed="rId5"/>
                          <a:stretch>
                            <a:fillRect l="-100613" t="-260185" r="-101840" b="-1852"/>
                          </a:stretch>
                        </a:blipFill>
                      </a:tcPr>
                    </a:tc>
                    <a:tc>
                      <a:txBody>
                        <a:bodyPr/>
                        <a:lstStyle/>
                        <a:p>
                          <a:endParaRPr lang="en-US"/>
                        </a:p>
                      </a:txBody>
                      <a:tcPr anchor="ctr">
                        <a:blipFill>
                          <a:blip r:embed="rId5"/>
                          <a:stretch>
                            <a:fillRect l="-200000" t="-260185" r="-1529" b="-1852"/>
                          </a:stretch>
                        </a:blipFill>
                      </a:tcPr>
                    </a:tc>
                    <a:extLst>
                      <a:ext uri="{0D108BD9-81ED-4DB2-BD59-A6C34878D82A}">
                        <a16:rowId xmlns:a16="http://schemas.microsoft.com/office/drawing/2014/main" val="2028431625"/>
                      </a:ext>
                    </a:extLst>
                  </a:tr>
                </a:tbl>
              </a:graphicData>
            </a:graphic>
          </p:graphicFrame>
        </mc:Fallback>
      </mc:AlternateContent>
      <p:sp>
        <p:nvSpPr>
          <p:cNvPr id="15" name="TextBox 14">
            <a:extLst>
              <a:ext uri="{FF2B5EF4-FFF2-40B4-BE49-F238E27FC236}">
                <a16:creationId xmlns:a16="http://schemas.microsoft.com/office/drawing/2014/main" id="{53E58CF5-B25F-4B97-B53F-3B9C5F6487FD}"/>
              </a:ext>
            </a:extLst>
          </p:cNvPr>
          <p:cNvSpPr txBox="1"/>
          <p:nvPr/>
        </p:nvSpPr>
        <p:spPr>
          <a:xfrm>
            <a:off x="9353550" y="4577006"/>
            <a:ext cx="312906" cy="400110"/>
          </a:xfrm>
          <a:prstGeom prst="rect">
            <a:avLst/>
          </a:prstGeom>
          <a:noFill/>
        </p:spPr>
        <p:txBody>
          <a:bodyPr wrap="none" rtlCol="0">
            <a:spAutoFit/>
          </a:bodyPr>
          <a:lstStyle/>
          <a:p>
            <a:r>
              <a:rPr lang="en-GB" sz="2000" b="1"/>
              <a:t>&lt;</a:t>
            </a:r>
          </a:p>
        </p:txBody>
      </p:sp>
      <p:sp>
        <p:nvSpPr>
          <p:cNvPr id="16" name="Rectangle 15">
            <a:extLst>
              <a:ext uri="{FF2B5EF4-FFF2-40B4-BE49-F238E27FC236}">
                <a16:creationId xmlns:a16="http://schemas.microsoft.com/office/drawing/2014/main" id="{0AF4CAF3-76A1-475F-96EA-ECD2ABD9B1B4}"/>
              </a:ext>
            </a:extLst>
          </p:cNvPr>
          <p:cNvSpPr/>
          <p:nvPr/>
        </p:nvSpPr>
        <p:spPr>
          <a:xfrm>
            <a:off x="9353550" y="3261648"/>
            <a:ext cx="312906" cy="400110"/>
          </a:xfrm>
          <a:prstGeom prst="rect">
            <a:avLst/>
          </a:prstGeom>
        </p:spPr>
        <p:txBody>
          <a:bodyPr wrap="none">
            <a:spAutoFit/>
          </a:bodyPr>
          <a:lstStyle/>
          <a:p>
            <a:r>
              <a:rPr lang="en-GB" sz="2000" b="1"/>
              <a:t>&lt;</a:t>
            </a:r>
          </a:p>
        </p:txBody>
      </p:sp>
      <p:sp>
        <p:nvSpPr>
          <p:cNvPr id="17" name="Rectangle 16">
            <a:extLst>
              <a:ext uri="{FF2B5EF4-FFF2-40B4-BE49-F238E27FC236}">
                <a16:creationId xmlns:a16="http://schemas.microsoft.com/office/drawing/2014/main" id="{D582DBC5-5AB8-4372-9274-097F9A397B4B}"/>
              </a:ext>
            </a:extLst>
          </p:cNvPr>
          <p:cNvSpPr/>
          <p:nvPr/>
        </p:nvSpPr>
        <p:spPr>
          <a:xfrm>
            <a:off x="9353550" y="3919327"/>
            <a:ext cx="312906" cy="400110"/>
          </a:xfrm>
          <a:prstGeom prst="rect">
            <a:avLst/>
          </a:prstGeom>
        </p:spPr>
        <p:txBody>
          <a:bodyPr wrap="none">
            <a:spAutoFit/>
          </a:bodyPr>
          <a:lstStyle/>
          <a:p>
            <a:r>
              <a:rPr lang="en-GB" sz="2000" b="1"/>
              <a:t>&gt;</a:t>
            </a:r>
          </a:p>
        </p:txBody>
      </p:sp>
    </p:spTree>
    <p:extLst>
      <p:ext uri="{BB962C8B-B14F-4D97-AF65-F5344CB8AC3E}">
        <p14:creationId xmlns:p14="http://schemas.microsoft.com/office/powerpoint/2010/main" val="1550102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PChart">
            <a:extLst>
              <a:ext uri="{FF2B5EF4-FFF2-40B4-BE49-F238E27FC236}">
                <a16:creationId xmlns:a16="http://schemas.microsoft.com/office/drawing/2014/main" id="{97EAC2F1-D135-4A2E-A439-55440D6533F3}"/>
              </a:ext>
            </a:extLst>
          </p:cNvPr>
          <p:cNvSpPr/>
          <p:nvPr>
            <p:custDataLst>
              <p:tags r:id="rId2"/>
            </p:custDataLst>
          </p:nvPr>
        </p:nvSpPr>
        <p:spPr>
          <a:xfrm>
            <a:off x="7573260" y="2788468"/>
            <a:ext cx="3428120" cy="2792994"/>
          </a:xfrm>
          <a:prstGeom prst="rect">
            <a:avLst/>
          </a:prstGeom>
          <a:blipFill>
            <a:blip r:embed="rId4"/>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PQuestion"/>
          <p:cNvSpPr>
            <a:spLocks noGrp="1"/>
          </p:cNvSpPr>
          <p:nvPr>
            <p:ph type="title"/>
          </p:nvPr>
        </p:nvSpPr>
        <p:spPr>
          <a:xfrm>
            <a:off x="243840" y="954880"/>
            <a:ext cx="11884660" cy="1325563"/>
          </a:xfrm>
        </p:spPr>
        <p:txBody>
          <a:bodyPr>
            <a:noAutofit/>
          </a:bodyPr>
          <a:lstStyle/>
          <a:p>
            <a:r>
              <a:rPr lang="en-GB" sz="2400"/>
              <a:t>A disk is required to move from standstill, 90 degrees in 1 sec and then stop there, based on (a) a trapezoidal path; and (b) a triangular path. Find the peak speed and slope’s acceleration.</a:t>
            </a:r>
            <a:endParaRPr lang="en-US" sz="2400"/>
          </a:p>
        </p:txBody>
      </p:sp>
      <p:graphicFrame>
        <p:nvGraphicFramePr>
          <p:cNvPr id="5" name="TPKeywords"/>
          <p:cNvGraphicFramePr>
            <a:graphicFrameLocks noGrp="1"/>
          </p:cNvGraphicFramePr>
          <p:nvPr>
            <p:extLst>
              <p:ext uri="{D42A27DB-BD31-4B8C-83A1-F6EECF244321}">
                <p14:modId xmlns:p14="http://schemas.microsoft.com/office/powerpoint/2010/main" val="1077577149"/>
              </p:ext>
            </p:extLst>
          </p:nvPr>
        </p:nvGraphicFramePr>
        <p:xfrm>
          <a:off x="127000" y="4914900"/>
          <a:ext cx="4445000" cy="914400"/>
        </p:xfrm>
        <a:graphic>
          <a:graphicData uri="http://schemas.openxmlformats.org/drawingml/2006/table">
            <a:tbl>
              <a:tblPr firstRow="1" bandRow="1">
                <a:tableStyleId>{5C22544A-7EE6-4342-B048-85BDC9FD1C3A}</a:tableStyleId>
              </a:tblPr>
              <a:tblGrid>
                <a:gridCol w="4445000">
                  <a:extLst>
                    <a:ext uri="{9D8B030D-6E8A-4147-A177-3AD203B41FA5}">
                      <a16:colId xmlns:a16="http://schemas.microsoft.com/office/drawing/2014/main" val="20000"/>
                    </a:ext>
                  </a:extLst>
                </a:gridCol>
              </a:tblGrid>
              <a:tr h="317500">
                <a:tc>
                  <a:txBody>
                    <a:bodyPr/>
                    <a:lstStyle/>
                    <a:p>
                      <a:pPr algn="l"/>
                      <a:endParaRPr lang="en-GB" sz="2400" b="1">
                        <a:solidFill>
                          <a:schemeClr val="tx2"/>
                        </a:solidFill>
                      </a:endParaRPr>
                    </a:p>
                  </a:txBody>
                  <a:tcPr>
                    <a:lnL w="12700" cmpd="sng">
                      <a:solidFill>
                        <a:schemeClr val="lt1"/>
                      </a:solidFill>
                    </a:lnL>
                    <a:lnR w="12700" cmpd="sng">
                      <a:solidFill>
                        <a:schemeClr val="lt1"/>
                      </a:solidFill>
                    </a:lnR>
                    <a:lnT w="12700" cmpd="sng">
                      <a:solidFill>
                        <a:schemeClr val="lt1"/>
                      </a:solidFill>
                    </a:lnT>
                    <a:lnB w="12700" cap="flat" cmpd="sng" algn="ctr">
                      <a:solidFill>
                        <a:schemeClr val="lt1"/>
                      </a:solidFill>
                      <a:prstDash val="solid"/>
                      <a:round/>
                      <a:headEnd type="none" w="med" len="med"/>
                      <a:tailEnd type="none" w="med" len="med"/>
                    </a:lnB>
                    <a:solidFill>
                      <a:schemeClr val="accent1">
                        <a:alpha val="1000"/>
                      </a:schemeClr>
                    </a:solidFill>
                  </a:tcPr>
                </a:tc>
                <a:extLst>
                  <a:ext uri="{0D108BD9-81ED-4DB2-BD59-A6C34878D82A}">
                    <a16:rowId xmlns:a16="http://schemas.microsoft.com/office/drawing/2014/main" val="10000"/>
                  </a:ext>
                </a:extLst>
              </a:tr>
              <a:tr h="317500">
                <a:tc>
                  <a:txBody>
                    <a:bodyPr/>
                    <a:lstStyle/>
                    <a:p>
                      <a:pPr algn="l"/>
                      <a:endParaRPr lang="en-GB" sz="2400" b="1">
                        <a:solidFill>
                          <a:schemeClr val="tx2"/>
                        </a:solidFill>
                      </a:endParaRPr>
                    </a:p>
                  </a:txBody>
                  <a:tcPr>
                    <a:lnL w="12700" cmpd="sng">
                      <a:solidFill>
                        <a:schemeClr val="lt1"/>
                      </a:solidFill>
                    </a:lnL>
                    <a:lnR w="12700" cmpd="sng">
                      <a:solidFill>
                        <a:schemeClr val="lt1"/>
                      </a:solidFill>
                    </a:lnR>
                    <a:lnT w="12700" cmpd="sng">
                      <a:solidFill>
                        <a:schemeClr val="lt1"/>
                      </a:solidFill>
                    </a:lnT>
                    <a:lnB w="38100" cmpd="sng">
                      <a:solidFill>
                        <a:schemeClr val="lt1"/>
                      </a:solidFill>
                    </a:lnB>
                    <a:solidFill>
                      <a:schemeClr val="accent1">
                        <a:alpha val="1000"/>
                      </a:schemeClr>
                    </a:solidFill>
                  </a:tcPr>
                </a:tc>
                <a:extLst>
                  <a:ext uri="{0D108BD9-81ED-4DB2-BD59-A6C34878D82A}">
                    <a16:rowId xmlns:a16="http://schemas.microsoft.com/office/drawing/2014/main" val="10001"/>
                  </a:ext>
                </a:extLst>
              </a:tr>
            </a:tbl>
          </a:graphicData>
        </a:graphic>
      </p:graphicFrame>
      <p:sp>
        <p:nvSpPr>
          <p:cNvPr id="7" name="Title 4"/>
          <p:cNvSpPr txBox="1">
            <a:spLocks/>
          </p:cNvSpPr>
          <p:nvPr/>
        </p:nvSpPr>
        <p:spPr>
          <a:xfrm>
            <a:off x="204492" y="29209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Example</a:t>
            </a:r>
          </a:p>
        </p:txBody>
      </p:sp>
      <p:grpSp>
        <p:nvGrpSpPr>
          <p:cNvPr id="8" name="Group 7"/>
          <p:cNvGrpSpPr/>
          <p:nvPr/>
        </p:nvGrpSpPr>
        <p:grpSpPr>
          <a:xfrm>
            <a:off x="3273379" y="2439777"/>
            <a:ext cx="2433010" cy="2222313"/>
            <a:chOff x="2289311" y="2940050"/>
            <a:chExt cx="2433010" cy="2222313"/>
          </a:xfrm>
        </p:grpSpPr>
        <p:grpSp>
          <p:nvGrpSpPr>
            <p:cNvPr id="9" name="Group 8"/>
            <p:cNvGrpSpPr/>
            <p:nvPr/>
          </p:nvGrpSpPr>
          <p:grpSpPr>
            <a:xfrm>
              <a:off x="2798271" y="2940050"/>
              <a:ext cx="1924050" cy="1962150"/>
              <a:chOff x="1274271" y="2457450"/>
              <a:chExt cx="1924050" cy="1962150"/>
            </a:xfrm>
          </p:grpSpPr>
          <p:sp>
            <p:nvSpPr>
              <p:cNvPr id="14" name="Oval 13"/>
              <p:cNvSpPr/>
              <p:nvPr/>
            </p:nvSpPr>
            <p:spPr>
              <a:xfrm>
                <a:off x="1274271" y="2457450"/>
                <a:ext cx="1924050" cy="1962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p:cNvCxnSpPr>
                <a:endCxn id="14" idx="4"/>
              </p:cNvCxnSpPr>
              <p:nvPr/>
            </p:nvCxnSpPr>
            <p:spPr>
              <a:xfrm flipH="1">
                <a:off x="2236296" y="3438525"/>
                <a:ext cx="8178" cy="981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1274271" y="3438525"/>
                <a:ext cx="9702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TextBox 9"/>
            <p:cNvSpPr txBox="1"/>
            <p:nvPr/>
          </p:nvSpPr>
          <p:spPr>
            <a:xfrm>
              <a:off x="3160220" y="4091917"/>
              <a:ext cx="500458" cy="369332"/>
            </a:xfrm>
            <a:prstGeom prst="rect">
              <a:avLst/>
            </a:prstGeom>
            <a:noFill/>
          </p:spPr>
          <p:txBody>
            <a:bodyPr wrap="none" rtlCol="0">
              <a:spAutoFit/>
            </a:bodyPr>
            <a:lstStyle/>
            <a:p>
              <a:r>
                <a:rPr lang="en-US"/>
                <a:t>90</a:t>
              </a:r>
              <a:r>
                <a:rPr lang="en-US" baseline="30000"/>
                <a:t>o</a:t>
              </a:r>
            </a:p>
          </p:txBody>
        </p:sp>
        <p:sp>
          <p:nvSpPr>
            <p:cNvPr id="11" name="Arc 10"/>
            <p:cNvSpPr/>
            <p:nvPr/>
          </p:nvSpPr>
          <p:spPr>
            <a:xfrm flipH="1" flipV="1">
              <a:off x="2599036" y="3660962"/>
              <a:ext cx="1501401" cy="1501401"/>
            </a:xfrm>
            <a:prstGeom prst="arc">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Arc 11"/>
            <p:cNvSpPr/>
            <p:nvPr/>
          </p:nvSpPr>
          <p:spPr>
            <a:xfrm flipH="1" flipV="1">
              <a:off x="3522433" y="3700812"/>
              <a:ext cx="482778" cy="482778"/>
            </a:xfrm>
            <a:prstGeom prst="arc">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3" name="Rectangle 12"/>
                <p:cNvSpPr/>
                <p:nvPr/>
              </p:nvSpPr>
              <p:spPr>
                <a:xfrm>
                  <a:off x="2289311" y="3998924"/>
                  <a:ext cx="40934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ea typeface="Cambria Math" panose="02040503050406030204" pitchFamily="18" charset="0"/>
                          </a:rPr>
                          <m:t>𝜔</m:t>
                        </m:r>
                      </m:oMath>
                    </m:oMathPara>
                  </a14:m>
                  <a:endParaRPr lang="en-US"/>
                </a:p>
              </p:txBody>
            </p:sp>
          </mc:Choice>
          <mc:Fallback>
            <p:sp>
              <p:nvSpPr>
                <p:cNvPr id="13" name="Rectangle 12"/>
                <p:cNvSpPr>
                  <a:spLocks noRot="1" noChangeAspect="1" noMove="1" noResize="1" noEditPoints="1" noAdjustHandles="1" noChangeArrowheads="1" noChangeShapeType="1" noTextEdit="1"/>
                </p:cNvSpPr>
                <p:nvPr/>
              </p:nvSpPr>
              <p:spPr>
                <a:xfrm>
                  <a:off x="2289311" y="3998924"/>
                  <a:ext cx="409343" cy="369332"/>
                </a:xfrm>
                <a:prstGeom prst="rect">
                  <a:avLst/>
                </a:prstGeom>
                <a:blipFill>
                  <a:blip r:embed="rId5"/>
                  <a:stretch>
                    <a:fillRect/>
                  </a:stretch>
                </a:blipFill>
              </p:spPr>
              <p:txBody>
                <a:bodyPr/>
                <a:lstStyle/>
                <a:p>
                  <a:r>
                    <a:rPr lang="en-US">
                      <a:noFill/>
                    </a:rPr>
                    <a:t> </a:t>
                  </a:r>
                </a:p>
              </p:txBody>
            </p:sp>
          </mc:Fallback>
        </mc:AlternateContent>
      </p:grpSp>
      <p:sp>
        <p:nvSpPr>
          <p:cNvPr id="3" name="TPPolling" title="Polling Shape">
            <a:extLst>
              <a:ext uri="{FF2B5EF4-FFF2-40B4-BE49-F238E27FC236}">
                <a16:creationId xmlns:a16="http://schemas.microsoft.com/office/drawing/2014/main" id="{93B771D6-229E-49C7-A2E4-941D765CFBD8}"/>
              </a:ext>
            </a:extLst>
          </p:cNvPr>
          <p:cNvSpPr/>
          <p:nvPr/>
        </p:nvSpPr>
        <p:spPr>
          <a:xfrm>
            <a:off x="0" y="0"/>
            <a:ext cx="12700" cy="12700"/>
          </a:xfrm>
          <a:prstGeom prst="rect">
            <a:avLst/>
          </a:prstGeom>
          <a:solidFill>
            <a:schemeClr val="accent1">
              <a:alpha val="1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ustDataLst>
      <p:tags r:id="rId1"/>
    </p:custDataLst>
    <p:extLst>
      <p:ext uri="{BB962C8B-B14F-4D97-AF65-F5344CB8AC3E}">
        <p14:creationId xmlns:p14="http://schemas.microsoft.com/office/powerpoint/2010/main" val="3992700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3" grpId="0" animBg="1"/>
      <p:bldP spid="3"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42728" y="1276670"/>
            <a:ext cx="11458648" cy="1073972"/>
          </a:xfrm>
        </p:spPr>
        <p:txBody>
          <a:bodyPr>
            <a:normAutofit fontScale="92500" lnSpcReduction="10000"/>
          </a:bodyPr>
          <a:lstStyle/>
          <a:p>
            <a:r>
              <a:rPr lang="en-GB"/>
              <a:t>A disk is required to move from standstill, 90 degrees in 1 sec and then stop there, based on (a) a trapezoidal path; and (b) a triangular path. Find the peak speed and slope’s acceleration.</a:t>
            </a:r>
            <a:endParaRPr lang="en-US"/>
          </a:p>
        </p:txBody>
      </p:sp>
      <p:sp>
        <p:nvSpPr>
          <p:cNvPr id="3" name="Footer Placeholder 2"/>
          <p:cNvSpPr>
            <a:spLocks noGrp="1"/>
          </p:cNvSpPr>
          <p:nvPr>
            <p:ph type="ftr" sz="quarter" idx="11"/>
          </p:nvPr>
        </p:nvSpPr>
        <p:spPr/>
        <p:txBody>
          <a:bodyPr/>
          <a:lstStyle/>
          <a:p>
            <a:r>
              <a:rPr lang="en-GB"/>
              <a:t>ELEC2208 – Power Electronics and Drives</a:t>
            </a:r>
            <a:endParaRPr lang="en-US"/>
          </a:p>
        </p:txBody>
      </p:sp>
      <p:sp>
        <p:nvSpPr>
          <p:cNvPr id="5" name="Title 4"/>
          <p:cNvSpPr>
            <a:spLocks noGrp="1"/>
          </p:cNvSpPr>
          <p:nvPr>
            <p:ph type="title"/>
          </p:nvPr>
        </p:nvSpPr>
        <p:spPr>
          <a:xfrm>
            <a:off x="367965" y="270001"/>
            <a:ext cx="10515600" cy="1325563"/>
          </a:xfrm>
        </p:spPr>
        <p:txBody>
          <a:bodyPr/>
          <a:lstStyle/>
          <a:p>
            <a:r>
              <a:rPr lang="en-US"/>
              <a:t>Example</a:t>
            </a:r>
          </a:p>
        </p:txBody>
      </p:sp>
      <p:grpSp>
        <p:nvGrpSpPr>
          <p:cNvPr id="12" name="Group 11"/>
          <p:cNvGrpSpPr/>
          <p:nvPr/>
        </p:nvGrpSpPr>
        <p:grpSpPr>
          <a:xfrm>
            <a:off x="151256" y="2902411"/>
            <a:ext cx="1969061" cy="1798542"/>
            <a:chOff x="2289311" y="2940050"/>
            <a:chExt cx="2433010" cy="2222313"/>
          </a:xfrm>
        </p:grpSpPr>
        <p:grpSp>
          <p:nvGrpSpPr>
            <p:cNvPr id="6" name="Group 5"/>
            <p:cNvGrpSpPr/>
            <p:nvPr/>
          </p:nvGrpSpPr>
          <p:grpSpPr>
            <a:xfrm>
              <a:off x="2798271" y="2940050"/>
              <a:ext cx="1924050" cy="1962150"/>
              <a:chOff x="1274271" y="2457450"/>
              <a:chExt cx="1924050" cy="1962150"/>
            </a:xfrm>
          </p:grpSpPr>
          <p:sp>
            <p:nvSpPr>
              <p:cNvPr id="7" name="Oval 6"/>
              <p:cNvSpPr/>
              <p:nvPr/>
            </p:nvSpPr>
            <p:spPr>
              <a:xfrm>
                <a:off x="1274271" y="2457450"/>
                <a:ext cx="1924050" cy="1962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p:cNvCxnSpPr>
                <a:endCxn id="7" idx="4"/>
              </p:cNvCxnSpPr>
              <p:nvPr/>
            </p:nvCxnSpPr>
            <p:spPr>
              <a:xfrm flipH="1">
                <a:off x="2236296" y="3438525"/>
                <a:ext cx="8178" cy="981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1274271" y="3438525"/>
                <a:ext cx="9702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3160220" y="4091917"/>
              <a:ext cx="500458" cy="369332"/>
            </a:xfrm>
            <a:prstGeom prst="rect">
              <a:avLst/>
            </a:prstGeom>
            <a:noFill/>
          </p:spPr>
          <p:txBody>
            <a:bodyPr wrap="none" rtlCol="0">
              <a:spAutoFit/>
            </a:bodyPr>
            <a:lstStyle/>
            <a:p>
              <a:r>
                <a:rPr lang="en-US"/>
                <a:t>90</a:t>
              </a:r>
              <a:r>
                <a:rPr lang="en-US" baseline="30000"/>
                <a:t>o</a:t>
              </a:r>
            </a:p>
          </p:txBody>
        </p:sp>
        <p:sp>
          <p:nvSpPr>
            <p:cNvPr id="14" name="Arc 13"/>
            <p:cNvSpPr/>
            <p:nvPr/>
          </p:nvSpPr>
          <p:spPr>
            <a:xfrm flipH="1" flipV="1">
              <a:off x="2599036" y="3660962"/>
              <a:ext cx="1501401" cy="1501401"/>
            </a:xfrm>
            <a:prstGeom prst="arc">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Arc 14"/>
            <p:cNvSpPr/>
            <p:nvPr/>
          </p:nvSpPr>
          <p:spPr>
            <a:xfrm flipH="1" flipV="1">
              <a:off x="3522433" y="3700812"/>
              <a:ext cx="482778" cy="482778"/>
            </a:xfrm>
            <a:prstGeom prst="arc">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6" name="Rectangle 15"/>
                <p:cNvSpPr/>
                <p:nvPr/>
              </p:nvSpPr>
              <p:spPr>
                <a:xfrm>
                  <a:off x="2289311" y="3998924"/>
                  <a:ext cx="40934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ea typeface="Cambria Math" panose="02040503050406030204" pitchFamily="18" charset="0"/>
                          </a:rPr>
                          <m:t>𝜔</m:t>
                        </m:r>
                      </m:oMath>
                    </m:oMathPara>
                  </a14:m>
                  <a:endParaRPr lang="en-US"/>
                </a:p>
              </p:txBody>
            </p:sp>
          </mc:Choice>
          <mc:Fallback>
            <p:sp>
              <p:nvSpPr>
                <p:cNvPr id="16" name="Rectangle 15"/>
                <p:cNvSpPr>
                  <a:spLocks noRot="1" noChangeAspect="1" noMove="1" noResize="1" noEditPoints="1" noAdjustHandles="1" noChangeArrowheads="1" noChangeShapeType="1" noTextEdit="1"/>
                </p:cNvSpPr>
                <p:nvPr/>
              </p:nvSpPr>
              <p:spPr>
                <a:xfrm>
                  <a:off x="2289311" y="3998924"/>
                  <a:ext cx="409343" cy="369332"/>
                </a:xfrm>
                <a:prstGeom prst="rect">
                  <a:avLst/>
                </a:prstGeom>
                <a:blipFill>
                  <a:blip r:embed="rId2"/>
                  <a:stretch>
                    <a:fillRect b="-6122"/>
                  </a:stretch>
                </a:blipFill>
              </p:spPr>
              <p:txBody>
                <a:bodyPr/>
                <a:lstStyle/>
                <a:p>
                  <a:r>
                    <a:rPr lang="en-US">
                      <a:noFill/>
                    </a:rPr>
                    <a:t> </a:t>
                  </a:r>
                </a:p>
              </p:txBody>
            </p:sp>
          </mc:Fallback>
        </mc:AlternateContent>
      </p:grpSp>
      <p:sp>
        <p:nvSpPr>
          <p:cNvPr id="10" name="Date Placeholder 9"/>
          <p:cNvSpPr>
            <a:spLocks noGrp="1"/>
          </p:cNvSpPr>
          <p:nvPr>
            <p:ph type="dt" sz="half" idx="10"/>
          </p:nvPr>
        </p:nvSpPr>
        <p:spPr/>
        <p:txBody>
          <a:bodyPr/>
          <a:lstStyle/>
          <a:p>
            <a:fld id="{9DE5C91B-D642-46C3-8B9C-BD9B795F6AE8}" type="datetime1">
              <a:rPr lang="en-US" smtClean="0"/>
              <a:t>3/9/2020</a:t>
            </a:fld>
            <a:endParaRPr lang="en-US"/>
          </a:p>
        </p:txBody>
      </p:sp>
      <mc:AlternateContent xmlns:mc="http://schemas.openxmlformats.org/markup-compatibility/2006">
        <mc:Choice xmlns:a14="http://schemas.microsoft.com/office/drawing/2010/main" Requires="a14">
          <p:graphicFrame>
            <p:nvGraphicFramePr>
              <p:cNvPr id="13" name="Table 12">
                <a:extLst>
                  <a:ext uri="{FF2B5EF4-FFF2-40B4-BE49-F238E27FC236}">
                    <a16:creationId xmlns:a16="http://schemas.microsoft.com/office/drawing/2014/main" id="{AA43C780-B8DA-1049-B1D3-4F1D60532AD3}"/>
                  </a:ext>
                </a:extLst>
              </p:cNvPr>
              <p:cNvGraphicFramePr>
                <a:graphicFrameLocks noGrp="1"/>
              </p:cNvGraphicFramePr>
              <p:nvPr>
                <p:extLst>
                  <p:ext uri="{D42A27DB-BD31-4B8C-83A1-F6EECF244321}">
                    <p14:modId xmlns:p14="http://schemas.microsoft.com/office/powerpoint/2010/main" val="130596704"/>
                  </p:ext>
                </p:extLst>
              </p:nvPr>
            </p:nvGraphicFramePr>
            <p:xfrm>
              <a:off x="2244387" y="2840844"/>
              <a:ext cx="9656989" cy="1937068"/>
            </p:xfrm>
            <a:graphic>
              <a:graphicData uri="http://schemas.openxmlformats.org/drawingml/2006/table">
                <a:tbl>
                  <a:tblPr firstRow="1" bandRow="1">
                    <a:tableStyleId>{5C22544A-7EE6-4342-B048-85BDC9FD1C3A}</a:tableStyleId>
                  </a:tblPr>
                  <a:tblGrid>
                    <a:gridCol w="1328372">
                      <a:extLst>
                        <a:ext uri="{9D8B030D-6E8A-4147-A177-3AD203B41FA5}">
                          <a16:colId xmlns:a16="http://schemas.microsoft.com/office/drawing/2014/main" val="1768603284"/>
                        </a:ext>
                      </a:extLst>
                    </a:gridCol>
                    <a:gridCol w="4118203">
                      <a:extLst>
                        <a:ext uri="{9D8B030D-6E8A-4147-A177-3AD203B41FA5}">
                          <a16:colId xmlns:a16="http://schemas.microsoft.com/office/drawing/2014/main" val="3744971059"/>
                        </a:ext>
                      </a:extLst>
                    </a:gridCol>
                    <a:gridCol w="4210414">
                      <a:extLst>
                        <a:ext uri="{9D8B030D-6E8A-4147-A177-3AD203B41FA5}">
                          <a16:colId xmlns:a16="http://schemas.microsoft.com/office/drawing/2014/main" val="731068169"/>
                        </a:ext>
                      </a:extLst>
                    </a:gridCol>
                  </a:tblGrid>
                  <a:tr h="370840">
                    <a:tc>
                      <a:txBody>
                        <a:bodyPr/>
                        <a:lstStyle/>
                        <a:p>
                          <a:pPr algn="ctr"/>
                          <a:r>
                            <a:rPr lang="en-GB" sz="1600"/>
                            <a:t>Relationships</a:t>
                          </a:r>
                        </a:p>
                      </a:txBody>
                      <a:tcPr anchor="ctr"/>
                    </a:tc>
                    <a:tc>
                      <a:txBody>
                        <a:bodyPr/>
                        <a:lstStyle/>
                        <a:p>
                          <a:pPr algn="ctr"/>
                          <a:r>
                            <a:rPr lang="en-GB" sz="1600"/>
                            <a:t>Trapezoidal</a:t>
                          </a:r>
                        </a:p>
                      </a:txBody>
                      <a:tcPr anchor="ctr"/>
                    </a:tc>
                    <a:tc>
                      <a:txBody>
                        <a:bodyPr/>
                        <a:lstStyle/>
                        <a:p>
                          <a:pPr algn="ctr"/>
                          <a:r>
                            <a:rPr lang="en-GB" sz="1600"/>
                            <a:t>Triangular</a:t>
                          </a:r>
                        </a:p>
                      </a:txBody>
                      <a:tcPr anchor="ctr"/>
                    </a:tc>
                    <a:extLst>
                      <a:ext uri="{0D108BD9-81ED-4DB2-BD59-A6C34878D82A}">
                        <a16:rowId xmlns:a16="http://schemas.microsoft.com/office/drawing/2014/main" val="3096884027"/>
                      </a:ext>
                    </a:extLst>
                  </a:tr>
                  <a:tr h="370840">
                    <a:tc>
                      <a:txBody>
                        <a:bodyPr/>
                        <a:lstStyle/>
                        <a:p>
                          <a:pPr algn="ctr"/>
                          <a:r>
                            <a:rPr lang="en-GB" sz="1600"/>
                            <a:t>Peak Speed</a:t>
                          </a:r>
                        </a:p>
                        <a:p>
                          <a:pPr algn="ctr"/>
                          <a14:m>
                            <m:oMathPara xmlns:m="http://schemas.openxmlformats.org/officeDocument/2006/math">
                              <m:oMathParaPr>
                                <m:jc m:val="centerGroup"/>
                              </m:oMathParaPr>
                              <m:oMath xmlns:m="http://schemas.openxmlformats.org/officeDocument/2006/math">
                                <m:r>
                                  <a:rPr lang="en-GB" sz="1600" i="1" smtClean="0">
                                    <a:latin typeface="Cambria Math" panose="02040503050406030204" pitchFamily="18" charset="0"/>
                                    <a:ea typeface="Cambria Math" panose="02040503050406030204" pitchFamily="18" charset="0"/>
                                  </a:rPr>
                                  <m:t>(</m:t>
                                </m:r>
                                <m:r>
                                  <a:rPr lang="en-GB" sz="1600" i="1" smtClean="0">
                                    <a:latin typeface="Cambria Math" panose="02040503050406030204" pitchFamily="18" charset="0"/>
                                    <a:ea typeface="Cambria Math" panose="02040503050406030204" pitchFamily="18" charset="0"/>
                                  </a:rPr>
                                  <m:t>𝑟𝑒𝑣</m:t>
                                </m:r>
                                <m:r>
                                  <a:rPr lang="en-GB" sz="1600" i="1" smtClean="0">
                                    <a:latin typeface="Cambria Math" panose="02040503050406030204" pitchFamily="18" charset="0"/>
                                    <a:ea typeface="Cambria Math" panose="02040503050406030204" pitchFamily="18" charset="0"/>
                                  </a:rPr>
                                  <m:t>/</m:t>
                                </m:r>
                                <m:r>
                                  <a:rPr lang="en-GB" sz="1600" i="1" smtClean="0">
                                    <a:latin typeface="Cambria Math" panose="02040503050406030204" pitchFamily="18" charset="0"/>
                                    <a:ea typeface="Cambria Math" panose="02040503050406030204" pitchFamily="18" charset="0"/>
                                  </a:rPr>
                                  <m:t>𝑚𝑖𝑛</m:t>
                                </m:r>
                                <m:r>
                                  <a:rPr lang="en-GB" sz="1600" i="1" smtClean="0">
                                    <a:latin typeface="Cambria Math" panose="02040503050406030204" pitchFamily="18" charset="0"/>
                                    <a:ea typeface="Cambria Math" panose="02040503050406030204" pitchFamily="18" charset="0"/>
                                  </a:rPr>
                                  <m:t>)</m:t>
                                </m:r>
                              </m:oMath>
                            </m:oMathPara>
                          </a14:m>
                          <a:endParaRPr lang="en-GB" sz="160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GB" sz="1600" i="1" smtClean="0">
                                        <a:latin typeface="Cambria Math" panose="02040503050406030204" pitchFamily="18" charset="0"/>
                                        <a:ea typeface="Cambria Math" panose="02040503050406030204" pitchFamily="18" charset="0"/>
                                      </a:rPr>
                                    </m:ctrlPr>
                                  </m:sSubPr>
                                  <m:e>
                                    <m:r>
                                      <a:rPr lang="en-GB" sz="1600" i="1">
                                        <a:latin typeface="Cambria Math" panose="02040503050406030204" pitchFamily="18" charset="0"/>
                                        <a:ea typeface="Cambria Math" panose="02040503050406030204" pitchFamily="18" charset="0"/>
                                      </a:rPr>
                                      <m:t>𝜔</m:t>
                                    </m:r>
                                  </m:e>
                                  <m:sub>
                                    <m:r>
                                      <a:rPr lang="en-US" sz="1600" i="1">
                                        <a:latin typeface="Cambria Math" panose="02040503050406030204" pitchFamily="18" charset="0"/>
                                        <a:ea typeface="Cambria Math" panose="02040503050406030204" pitchFamily="18" charset="0"/>
                                      </a:rPr>
                                      <m:t>𝑝𝑒𝑎𝑘</m:t>
                                    </m:r>
                                  </m:sub>
                                </m:sSub>
                                <m:r>
                                  <a:rPr lang="en-US" sz="1600" i="1">
                                    <a:latin typeface="Cambria Math" panose="02040503050406030204" pitchFamily="18" charset="0"/>
                                    <a:ea typeface="Cambria Math" panose="02040503050406030204" pitchFamily="18" charset="0"/>
                                  </a:rPr>
                                  <m:t>=</m:t>
                                </m:r>
                                <m:f>
                                  <m:fPr>
                                    <m:ctrlPr>
                                      <a:rPr lang="en-GB" sz="1600" i="1">
                                        <a:latin typeface="Cambria Math" panose="02040503050406030204" pitchFamily="18" charset="0"/>
                                        <a:ea typeface="Cambria Math" panose="02040503050406030204" pitchFamily="18" charset="0"/>
                                      </a:rPr>
                                    </m:ctrlPr>
                                  </m:fPr>
                                  <m:num>
                                    <m:r>
                                      <a:rPr lang="en-GB" sz="1600" i="1">
                                        <a:latin typeface="Cambria Math" panose="02040503050406030204" pitchFamily="18" charset="0"/>
                                        <a:ea typeface="Cambria Math" panose="02040503050406030204" pitchFamily="18" charset="0"/>
                                      </a:rPr>
                                      <m:t>3</m:t>
                                    </m:r>
                                    <m:r>
                                      <a:rPr lang="en-GB" sz="1600" i="1">
                                        <a:latin typeface="Cambria Math" panose="02040503050406030204" pitchFamily="18" charset="0"/>
                                        <a:ea typeface="Cambria Math" panose="02040503050406030204" pitchFamily="18" charset="0"/>
                                      </a:rPr>
                                      <m:t>𝜃</m:t>
                                    </m:r>
                                  </m:num>
                                  <m:den>
                                    <m:r>
                                      <a:rPr lang="en-GB" sz="1600" i="1">
                                        <a:latin typeface="Cambria Math" panose="02040503050406030204" pitchFamily="18" charset="0"/>
                                        <a:ea typeface="Cambria Math" panose="02040503050406030204" pitchFamily="18" charset="0"/>
                                      </a:rPr>
                                      <m:t>2</m:t>
                                    </m:r>
                                    <m:sSub>
                                      <m:sSubPr>
                                        <m:ctrlPr>
                                          <a:rPr lang="en-GB" sz="1600" i="1">
                                            <a:latin typeface="Cambria Math" panose="02040503050406030204" pitchFamily="18" charset="0"/>
                                            <a:ea typeface="Cambria Math" panose="02040503050406030204" pitchFamily="18" charset="0"/>
                                          </a:rPr>
                                        </m:ctrlPr>
                                      </m:sSubPr>
                                      <m:e>
                                        <m:r>
                                          <a:rPr lang="en-GB" sz="1600" i="1">
                                            <a:latin typeface="Cambria Math" panose="02040503050406030204" pitchFamily="18" charset="0"/>
                                            <a:ea typeface="Cambria Math" panose="02040503050406030204" pitchFamily="18" charset="0"/>
                                          </a:rPr>
                                          <m:t>𝑡</m:t>
                                        </m:r>
                                      </m:e>
                                      <m:sub>
                                        <m:r>
                                          <a:rPr lang="en-GB" sz="1600" i="1">
                                            <a:latin typeface="Cambria Math" panose="02040503050406030204" pitchFamily="18" charset="0"/>
                                            <a:ea typeface="Cambria Math" panose="02040503050406030204" pitchFamily="18" charset="0"/>
                                          </a:rPr>
                                          <m:t>𝑚</m:t>
                                        </m:r>
                                      </m:sub>
                                    </m:sSub>
                                  </m:den>
                                </m:f>
                                <m:r>
                                  <m:rPr>
                                    <m:nor/>
                                  </m:rPr>
                                  <a:rPr lang="en-GB" sz="1600" dirty="0"/>
                                  <m:t>=</m:t>
                                </m:r>
                                <m:f>
                                  <m:fPr>
                                    <m:ctrlPr>
                                      <a:rPr lang="en-GB" sz="1600" i="1">
                                        <a:latin typeface="Cambria Math" panose="02040503050406030204" pitchFamily="18" charset="0"/>
                                        <a:ea typeface="Cambria Math" panose="02040503050406030204" pitchFamily="18" charset="0"/>
                                      </a:rPr>
                                    </m:ctrlPr>
                                  </m:fPr>
                                  <m:num>
                                    <m:r>
                                      <a:rPr lang="en-GB" sz="1600" i="1">
                                        <a:latin typeface="Cambria Math" panose="02040503050406030204" pitchFamily="18" charset="0"/>
                                        <a:ea typeface="Cambria Math" panose="02040503050406030204" pitchFamily="18" charset="0"/>
                                      </a:rPr>
                                      <m:t>3 </m:t>
                                    </m:r>
                                    <m:d>
                                      <m:dPr>
                                        <m:ctrlPr>
                                          <a:rPr lang="en-GB" sz="1600" i="1">
                                            <a:latin typeface="Cambria Math" panose="02040503050406030204" pitchFamily="18" charset="0"/>
                                            <a:ea typeface="Cambria Math" panose="02040503050406030204" pitchFamily="18" charset="0"/>
                                          </a:rPr>
                                        </m:ctrlPr>
                                      </m:dPr>
                                      <m:e>
                                        <m:f>
                                          <m:fPr>
                                            <m:ctrlPr>
                                              <a:rPr lang="en-GB" sz="1600" i="1">
                                                <a:latin typeface="Cambria Math" panose="02040503050406030204" pitchFamily="18" charset="0"/>
                                                <a:ea typeface="Cambria Math" panose="02040503050406030204" pitchFamily="18" charset="0"/>
                                              </a:rPr>
                                            </m:ctrlPr>
                                          </m:fPr>
                                          <m:num>
                                            <m:r>
                                              <a:rPr lang="en-GB" sz="1600" i="1">
                                                <a:latin typeface="Cambria Math" panose="02040503050406030204" pitchFamily="18" charset="0"/>
                                                <a:ea typeface="Cambria Math" panose="02040503050406030204" pitchFamily="18" charset="0"/>
                                              </a:rPr>
                                              <m:t>𝜋</m:t>
                                            </m:r>
                                          </m:num>
                                          <m:den>
                                            <m:r>
                                              <a:rPr lang="en-GB" sz="1600" i="1">
                                                <a:latin typeface="Cambria Math" panose="02040503050406030204" pitchFamily="18" charset="0"/>
                                                <a:ea typeface="Cambria Math" panose="02040503050406030204" pitchFamily="18" charset="0"/>
                                              </a:rPr>
                                              <m:t>2</m:t>
                                            </m:r>
                                          </m:den>
                                        </m:f>
                                      </m:e>
                                    </m:d>
                                  </m:num>
                                  <m:den>
                                    <m:r>
                                      <a:rPr lang="en-GB" sz="1600" i="1">
                                        <a:latin typeface="Cambria Math" panose="02040503050406030204" pitchFamily="18" charset="0"/>
                                        <a:ea typeface="Cambria Math" panose="02040503050406030204" pitchFamily="18" charset="0"/>
                                      </a:rPr>
                                      <m:t>2×1</m:t>
                                    </m:r>
                                  </m:den>
                                </m:f>
                                <m:r>
                                  <a:rPr lang="en-GB" sz="1600" i="1">
                                    <a:latin typeface="Cambria Math" panose="02040503050406030204" pitchFamily="18" charset="0"/>
                                    <a:ea typeface="Cambria Math" panose="02040503050406030204" pitchFamily="18" charset="0"/>
                                  </a:rPr>
                                  <m:t>=2.36</m:t>
                                </m:r>
                                <m:r>
                                  <a:rPr lang="en-US" sz="1600" i="1">
                                    <a:latin typeface="Cambria Math" panose="02040503050406030204" pitchFamily="18" charset="0"/>
                                    <a:ea typeface="Cambria Math" panose="02040503050406030204" pitchFamily="18" charset="0"/>
                                  </a:rPr>
                                  <m:t>5 </m:t>
                                </m:r>
                                <m:r>
                                  <a:rPr lang="en-US" sz="1600" i="1">
                                    <a:latin typeface="Cambria Math" panose="02040503050406030204" pitchFamily="18" charset="0"/>
                                    <a:ea typeface="Cambria Math" panose="02040503050406030204" pitchFamily="18" charset="0"/>
                                  </a:rPr>
                                  <m:t>𝑟𝑎𝑑</m:t>
                                </m:r>
                                <m:r>
                                  <a:rPr lang="en-GB" sz="1600" i="1">
                                    <a:latin typeface="Cambria Math" panose="02040503050406030204" pitchFamily="18" charset="0"/>
                                    <a:ea typeface="Cambria Math" panose="02040503050406030204" pitchFamily="18" charset="0"/>
                                  </a:rPr>
                                  <m:t>.</m:t>
                                </m:r>
                                <m:sSup>
                                  <m:sSupPr>
                                    <m:ctrlPr>
                                      <a:rPr lang="en-GB" sz="1600" i="1">
                                        <a:latin typeface="Cambria Math" panose="02040503050406030204" pitchFamily="18" charset="0"/>
                                        <a:ea typeface="Cambria Math" panose="02040503050406030204" pitchFamily="18" charset="0"/>
                                      </a:rPr>
                                    </m:ctrlPr>
                                  </m:sSupPr>
                                  <m:e>
                                    <m:r>
                                      <a:rPr lang="en-GB" sz="1600" i="1">
                                        <a:latin typeface="Cambria Math" panose="02040503050406030204" pitchFamily="18" charset="0"/>
                                        <a:ea typeface="Cambria Math" panose="02040503050406030204" pitchFamily="18" charset="0"/>
                                      </a:rPr>
                                      <m:t>𝑠</m:t>
                                    </m:r>
                                  </m:e>
                                  <m:sup>
                                    <m:r>
                                      <a:rPr lang="en-GB" sz="1600" i="1">
                                        <a:latin typeface="Cambria Math" panose="02040503050406030204" pitchFamily="18" charset="0"/>
                                        <a:ea typeface="Cambria Math" panose="02040503050406030204" pitchFamily="18" charset="0"/>
                                      </a:rPr>
                                      <m:t>−1</m:t>
                                    </m:r>
                                  </m:sup>
                                </m:sSup>
                              </m:oMath>
                            </m:oMathPara>
                          </a14:m>
                          <a:endParaRPr lang="en-GB" sz="160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GB" sz="1600" i="1" smtClean="0">
                                        <a:latin typeface="Cambria Math" panose="02040503050406030204" pitchFamily="18" charset="0"/>
                                        <a:ea typeface="Cambria Math" panose="02040503050406030204" pitchFamily="18" charset="0"/>
                                      </a:rPr>
                                    </m:ctrlPr>
                                  </m:sSubPr>
                                  <m:e>
                                    <m:r>
                                      <a:rPr lang="en-GB" sz="1600" i="1">
                                        <a:latin typeface="Cambria Math" panose="02040503050406030204" pitchFamily="18" charset="0"/>
                                        <a:ea typeface="Cambria Math" panose="02040503050406030204" pitchFamily="18" charset="0"/>
                                      </a:rPr>
                                      <m:t>𝜔</m:t>
                                    </m:r>
                                  </m:e>
                                  <m:sub>
                                    <m:r>
                                      <a:rPr lang="en-US" sz="1600" i="1">
                                        <a:latin typeface="Cambria Math" panose="02040503050406030204" pitchFamily="18" charset="0"/>
                                        <a:ea typeface="Cambria Math" panose="02040503050406030204" pitchFamily="18" charset="0"/>
                                      </a:rPr>
                                      <m:t>𝑝𝑒𝑎𝑘</m:t>
                                    </m:r>
                                  </m:sub>
                                </m:sSub>
                                <m:r>
                                  <a:rPr lang="en-US" sz="1600" i="1">
                                    <a:latin typeface="Cambria Math" panose="02040503050406030204" pitchFamily="18" charset="0"/>
                                    <a:ea typeface="Cambria Math" panose="02040503050406030204" pitchFamily="18" charset="0"/>
                                  </a:rPr>
                                  <m:t>=</m:t>
                                </m:r>
                                <m:f>
                                  <m:fPr>
                                    <m:ctrlPr>
                                      <a:rPr lang="en-GB" sz="1600" i="1">
                                        <a:latin typeface="Cambria Math" panose="02040503050406030204" pitchFamily="18" charset="0"/>
                                        <a:ea typeface="Cambria Math" panose="02040503050406030204" pitchFamily="18" charset="0"/>
                                      </a:rPr>
                                    </m:ctrlPr>
                                  </m:fPr>
                                  <m:num>
                                    <m:r>
                                      <a:rPr lang="en-GB" sz="1600" b="0" i="1" smtClean="0">
                                        <a:latin typeface="Cambria Math" panose="02040503050406030204" pitchFamily="18" charset="0"/>
                                        <a:ea typeface="Cambria Math" panose="02040503050406030204" pitchFamily="18" charset="0"/>
                                      </a:rPr>
                                      <m:t>2</m:t>
                                    </m:r>
                                    <m:r>
                                      <a:rPr lang="en-GB" sz="1600" i="1">
                                        <a:latin typeface="Cambria Math" panose="02040503050406030204" pitchFamily="18" charset="0"/>
                                        <a:ea typeface="Cambria Math" panose="02040503050406030204" pitchFamily="18" charset="0"/>
                                      </a:rPr>
                                      <m:t>𝜃</m:t>
                                    </m:r>
                                  </m:num>
                                  <m:den>
                                    <m:sSub>
                                      <m:sSubPr>
                                        <m:ctrlPr>
                                          <a:rPr lang="en-GB" sz="1600" i="1">
                                            <a:latin typeface="Cambria Math" panose="02040503050406030204" pitchFamily="18" charset="0"/>
                                            <a:ea typeface="Cambria Math" panose="02040503050406030204" pitchFamily="18" charset="0"/>
                                          </a:rPr>
                                        </m:ctrlPr>
                                      </m:sSubPr>
                                      <m:e>
                                        <m:r>
                                          <a:rPr lang="en-GB" sz="1600" i="1">
                                            <a:latin typeface="Cambria Math" panose="02040503050406030204" pitchFamily="18" charset="0"/>
                                            <a:ea typeface="Cambria Math" panose="02040503050406030204" pitchFamily="18" charset="0"/>
                                          </a:rPr>
                                          <m:t>𝑡</m:t>
                                        </m:r>
                                      </m:e>
                                      <m:sub>
                                        <m:r>
                                          <a:rPr lang="en-GB" sz="1600" i="1">
                                            <a:latin typeface="Cambria Math" panose="02040503050406030204" pitchFamily="18" charset="0"/>
                                            <a:ea typeface="Cambria Math" panose="02040503050406030204" pitchFamily="18" charset="0"/>
                                          </a:rPr>
                                          <m:t>𝑚</m:t>
                                        </m:r>
                                      </m:sub>
                                    </m:sSub>
                                  </m:den>
                                </m:f>
                                <m:r>
                                  <m:rPr>
                                    <m:nor/>
                                  </m:rPr>
                                  <a:rPr lang="en-GB" sz="1600" dirty="0"/>
                                  <m:t>=</m:t>
                                </m:r>
                                <m:f>
                                  <m:fPr>
                                    <m:ctrlPr>
                                      <a:rPr lang="en-GB" sz="1600" i="1">
                                        <a:latin typeface="Cambria Math" panose="02040503050406030204" pitchFamily="18" charset="0"/>
                                        <a:ea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2</m:t>
                                    </m:r>
                                    <m:r>
                                      <a:rPr lang="en-GB" sz="1600" i="1">
                                        <a:latin typeface="Cambria Math" panose="02040503050406030204" pitchFamily="18" charset="0"/>
                                        <a:ea typeface="Cambria Math" panose="02040503050406030204" pitchFamily="18" charset="0"/>
                                      </a:rPr>
                                      <m:t> </m:t>
                                    </m:r>
                                    <m:d>
                                      <m:dPr>
                                        <m:ctrlPr>
                                          <a:rPr lang="en-GB" sz="1600" i="1">
                                            <a:latin typeface="Cambria Math" panose="02040503050406030204" pitchFamily="18" charset="0"/>
                                            <a:ea typeface="Cambria Math" panose="02040503050406030204" pitchFamily="18" charset="0"/>
                                          </a:rPr>
                                        </m:ctrlPr>
                                      </m:dPr>
                                      <m:e>
                                        <m:f>
                                          <m:fPr>
                                            <m:ctrlPr>
                                              <a:rPr lang="en-GB" sz="1600" i="1">
                                                <a:latin typeface="Cambria Math" panose="02040503050406030204" pitchFamily="18" charset="0"/>
                                                <a:ea typeface="Cambria Math" panose="02040503050406030204" pitchFamily="18" charset="0"/>
                                              </a:rPr>
                                            </m:ctrlPr>
                                          </m:fPr>
                                          <m:num>
                                            <m:r>
                                              <a:rPr lang="en-GB" sz="1600" i="1">
                                                <a:latin typeface="Cambria Math" panose="02040503050406030204" pitchFamily="18" charset="0"/>
                                                <a:ea typeface="Cambria Math" panose="02040503050406030204" pitchFamily="18" charset="0"/>
                                              </a:rPr>
                                              <m:t>𝜋</m:t>
                                            </m:r>
                                          </m:num>
                                          <m:den>
                                            <m:r>
                                              <a:rPr lang="en-GB" sz="1600" i="1">
                                                <a:latin typeface="Cambria Math" panose="02040503050406030204" pitchFamily="18" charset="0"/>
                                                <a:ea typeface="Cambria Math" panose="02040503050406030204" pitchFamily="18" charset="0"/>
                                              </a:rPr>
                                              <m:t>2</m:t>
                                            </m:r>
                                          </m:den>
                                        </m:f>
                                      </m:e>
                                    </m:d>
                                  </m:num>
                                  <m:den>
                                    <m:r>
                                      <a:rPr lang="en-GB" sz="1600" i="1">
                                        <a:latin typeface="Cambria Math" panose="02040503050406030204" pitchFamily="18" charset="0"/>
                                        <a:ea typeface="Cambria Math" panose="02040503050406030204" pitchFamily="18" charset="0"/>
                                      </a:rPr>
                                      <m:t>1</m:t>
                                    </m:r>
                                  </m:den>
                                </m:f>
                                <m:r>
                                  <a:rPr lang="en-GB"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3.142 </m:t>
                                </m:r>
                                <m:r>
                                  <a:rPr lang="en-US" sz="1600" i="1">
                                    <a:latin typeface="Cambria Math" panose="02040503050406030204" pitchFamily="18" charset="0"/>
                                    <a:ea typeface="Cambria Math" panose="02040503050406030204" pitchFamily="18" charset="0"/>
                                  </a:rPr>
                                  <m:t>𝑟𝑎𝑑</m:t>
                                </m:r>
                                <m:r>
                                  <a:rPr lang="en-GB" sz="1600" i="1">
                                    <a:latin typeface="Cambria Math" panose="02040503050406030204" pitchFamily="18" charset="0"/>
                                    <a:ea typeface="Cambria Math" panose="02040503050406030204" pitchFamily="18" charset="0"/>
                                  </a:rPr>
                                  <m:t>.</m:t>
                                </m:r>
                                <m:sSup>
                                  <m:sSupPr>
                                    <m:ctrlPr>
                                      <a:rPr lang="en-GB" sz="1600" i="1">
                                        <a:latin typeface="Cambria Math" panose="02040503050406030204" pitchFamily="18" charset="0"/>
                                        <a:ea typeface="Cambria Math" panose="02040503050406030204" pitchFamily="18" charset="0"/>
                                      </a:rPr>
                                    </m:ctrlPr>
                                  </m:sSupPr>
                                  <m:e>
                                    <m:r>
                                      <a:rPr lang="en-GB" sz="1600" i="1">
                                        <a:latin typeface="Cambria Math" panose="02040503050406030204" pitchFamily="18" charset="0"/>
                                        <a:ea typeface="Cambria Math" panose="02040503050406030204" pitchFamily="18" charset="0"/>
                                      </a:rPr>
                                      <m:t>𝑠</m:t>
                                    </m:r>
                                  </m:e>
                                  <m:sup>
                                    <m:r>
                                      <a:rPr lang="en-GB" sz="1600" i="1">
                                        <a:latin typeface="Cambria Math" panose="02040503050406030204" pitchFamily="18" charset="0"/>
                                        <a:ea typeface="Cambria Math" panose="02040503050406030204" pitchFamily="18" charset="0"/>
                                      </a:rPr>
                                      <m:t>−1</m:t>
                                    </m:r>
                                  </m:sup>
                                </m:sSup>
                              </m:oMath>
                            </m:oMathPara>
                          </a14:m>
                          <a:endParaRPr lang="en-GB" sz="1600"/>
                        </a:p>
                      </a:txBody>
                      <a:tcPr anchor="ctr"/>
                    </a:tc>
                    <a:extLst>
                      <a:ext uri="{0D108BD9-81ED-4DB2-BD59-A6C34878D82A}">
                        <a16:rowId xmlns:a16="http://schemas.microsoft.com/office/drawing/2014/main" val="2612596639"/>
                      </a:ext>
                    </a:extLst>
                  </a:tr>
                  <a:tr h="370840">
                    <a:tc>
                      <a:txBody>
                        <a:bodyPr/>
                        <a:lstStyle/>
                        <a:p>
                          <a:pPr algn="ctr"/>
                          <a:r>
                            <a:rPr lang="en-GB" sz="1600"/>
                            <a:t>Acceleration</a:t>
                          </a:r>
                          <a:endParaRPr lang="en-GB" sz="1600" i="1">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GB" sz="1600" i="1" smtClean="0">
                                    <a:latin typeface="Cambria Math" panose="02040503050406030204" pitchFamily="18" charset="0"/>
                                    <a:ea typeface="Cambria Math" panose="02040503050406030204" pitchFamily="18" charset="0"/>
                                  </a:rPr>
                                  <m:t>(</m:t>
                                </m:r>
                                <m:r>
                                  <a:rPr lang="en-GB" sz="1600" i="1" smtClean="0">
                                    <a:latin typeface="Cambria Math" panose="02040503050406030204" pitchFamily="18" charset="0"/>
                                    <a:ea typeface="Cambria Math" panose="02040503050406030204" pitchFamily="18" charset="0"/>
                                  </a:rPr>
                                  <m:t>𝑟𝑒𝑣</m:t>
                                </m:r>
                                <m:r>
                                  <a:rPr lang="en-GB" sz="1600" i="1" smtClean="0">
                                    <a:latin typeface="Cambria Math" panose="02040503050406030204" pitchFamily="18" charset="0"/>
                                    <a:ea typeface="Cambria Math" panose="02040503050406030204" pitchFamily="18" charset="0"/>
                                  </a:rPr>
                                  <m:t>/</m:t>
                                </m:r>
                                <m:sSup>
                                  <m:sSupPr>
                                    <m:ctrlPr>
                                      <a:rPr lang="en-GB" sz="1600" i="1" smtClean="0">
                                        <a:latin typeface="Cambria Math" panose="02040503050406030204" pitchFamily="18" charset="0"/>
                                        <a:ea typeface="Cambria Math" panose="02040503050406030204" pitchFamily="18" charset="0"/>
                                      </a:rPr>
                                    </m:ctrlPr>
                                  </m:sSupPr>
                                  <m:e>
                                    <m:r>
                                      <a:rPr lang="en-GB" sz="1600" i="1">
                                        <a:latin typeface="Cambria Math" panose="02040503050406030204" pitchFamily="18" charset="0"/>
                                        <a:ea typeface="Cambria Math" panose="02040503050406030204" pitchFamily="18" charset="0"/>
                                      </a:rPr>
                                      <m:t>𝑚𝑖𝑛</m:t>
                                    </m:r>
                                  </m:e>
                                  <m:sup>
                                    <m:r>
                                      <a:rPr lang="en-GB" sz="1600" i="1" smtClean="0">
                                        <a:latin typeface="Cambria Math" panose="02040503050406030204" pitchFamily="18" charset="0"/>
                                        <a:ea typeface="Cambria Math" panose="02040503050406030204" pitchFamily="18" charset="0"/>
                                      </a:rPr>
                                      <m:t>2</m:t>
                                    </m:r>
                                  </m:sup>
                                </m:sSup>
                                <m:r>
                                  <a:rPr lang="en-GB" sz="1600" i="1">
                                    <a:latin typeface="Cambria Math" panose="02040503050406030204" pitchFamily="18" charset="0"/>
                                    <a:ea typeface="Cambria Math" panose="02040503050406030204" pitchFamily="18" charset="0"/>
                                  </a:rPr>
                                  <m:t>)</m:t>
                                </m:r>
                              </m:oMath>
                            </m:oMathPara>
                          </a14:m>
                          <a:endParaRPr lang="en-GB" sz="1600"/>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n-GB" sz="1600" i="1" smtClean="0">
                                        <a:latin typeface="Cambria Math" panose="02040503050406030204" pitchFamily="18" charset="0"/>
                                        <a:ea typeface="Cambria Math" panose="02040503050406030204" pitchFamily="18" charset="0"/>
                                      </a:rPr>
                                    </m:ctrlPr>
                                  </m:sSubPr>
                                  <m:e>
                                    <m:r>
                                      <a:rPr lang="en-GB" sz="1600" i="1">
                                        <a:latin typeface="Cambria Math" panose="02040503050406030204" pitchFamily="18" charset="0"/>
                                        <a:ea typeface="Cambria Math" panose="02040503050406030204" pitchFamily="18" charset="0"/>
                                      </a:rPr>
                                      <m:t>𝛼</m:t>
                                    </m:r>
                                  </m:e>
                                  <m:sub>
                                    <m:r>
                                      <a:rPr lang="en-US" sz="1600" i="1">
                                        <a:latin typeface="Cambria Math" panose="02040503050406030204" pitchFamily="18" charset="0"/>
                                        <a:ea typeface="Cambria Math" panose="02040503050406030204" pitchFamily="18" charset="0"/>
                                      </a:rPr>
                                      <m:t>𝑠𝑙𝑜𝑝𝑒</m:t>
                                    </m:r>
                                  </m:sub>
                                </m:sSub>
                                <m:r>
                                  <a:rPr lang="en-GB" sz="1600" i="1">
                                    <a:latin typeface="Cambria Math" panose="02040503050406030204" pitchFamily="18" charset="0"/>
                                    <a:ea typeface="Cambria Math" panose="02040503050406030204" pitchFamily="18" charset="0"/>
                                  </a:rPr>
                                  <m:t>=</m:t>
                                </m:r>
                                <m:f>
                                  <m:fPr>
                                    <m:ctrlPr>
                                      <a:rPr lang="en-GB" sz="1600" i="1">
                                        <a:latin typeface="Cambria Math" panose="02040503050406030204" pitchFamily="18" charset="0"/>
                                        <a:ea typeface="Cambria Math" panose="02040503050406030204" pitchFamily="18" charset="0"/>
                                      </a:rPr>
                                    </m:ctrlPr>
                                  </m:fPr>
                                  <m:num>
                                    <m:r>
                                      <a:rPr lang="en-GB" sz="1600" i="1">
                                        <a:latin typeface="Cambria Math" panose="02040503050406030204" pitchFamily="18" charset="0"/>
                                        <a:ea typeface="Cambria Math" panose="02040503050406030204" pitchFamily="18" charset="0"/>
                                      </a:rPr>
                                      <m:t>3</m:t>
                                    </m:r>
                                    <m:sSub>
                                      <m:sSubPr>
                                        <m:ctrlPr>
                                          <a:rPr lang="en-GB" sz="1600" i="1">
                                            <a:latin typeface="Cambria Math" panose="02040503050406030204" pitchFamily="18" charset="0"/>
                                            <a:ea typeface="Cambria Math" panose="02040503050406030204" pitchFamily="18" charset="0"/>
                                          </a:rPr>
                                        </m:ctrlPr>
                                      </m:sSubPr>
                                      <m:e>
                                        <m:r>
                                          <a:rPr lang="en-GB" sz="1600" i="1">
                                            <a:latin typeface="Cambria Math" panose="02040503050406030204" pitchFamily="18" charset="0"/>
                                            <a:ea typeface="Cambria Math" panose="02040503050406030204" pitchFamily="18" charset="0"/>
                                          </a:rPr>
                                          <m:t>𝜔</m:t>
                                        </m:r>
                                      </m:e>
                                      <m:sub>
                                        <m:r>
                                          <a:rPr lang="en-US" sz="1600" i="1">
                                            <a:latin typeface="Cambria Math" panose="02040503050406030204" pitchFamily="18" charset="0"/>
                                            <a:ea typeface="Cambria Math" panose="02040503050406030204" pitchFamily="18" charset="0"/>
                                          </a:rPr>
                                          <m:t>𝑝𝑒𝑎𝑘</m:t>
                                        </m:r>
                                      </m:sub>
                                    </m:sSub>
                                  </m:num>
                                  <m:den>
                                    <m:sSub>
                                      <m:sSubPr>
                                        <m:ctrlPr>
                                          <a:rPr lang="en-GB" sz="1600" i="1">
                                            <a:latin typeface="Cambria Math" panose="02040503050406030204" pitchFamily="18" charset="0"/>
                                            <a:ea typeface="Cambria Math" panose="02040503050406030204" pitchFamily="18" charset="0"/>
                                          </a:rPr>
                                        </m:ctrlPr>
                                      </m:sSubPr>
                                      <m:e>
                                        <m:r>
                                          <a:rPr lang="en-GB" sz="1600" i="1">
                                            <a:latin typeface="Cambria Math" panose="02040503050406030204" pitchFamily="18" charset="0"/>
                                            <a:ea typeface="Cambria Math" panose="02040503050406030204" pitchFamily="18" charset="0"/>
                                          </a:rPr>
                                          <m:t>𝑡</m:t>
                                        </m:r>
                                      </m:e>
                                      <m:sub>
                                        <m:r>
                                          <a:rPr lang="en-GB" sz="1600" i="1">
                                            <a:latin typeface="Cambria Math" panose="02040503050406030204" pitchFamily="18" charset="0"/>
                                            <a:ea typeface="Cambria Math" panose="02040503050406030204" pitchFamily="18" charset="0"/>
                                          </a:rPr>
                                          <m:t>𝑚</m:t>
                                        </m:r>
                                      </m:sub>
                                    </m:sSub>
                                  </m:den>
                                </m:f>
                                <m:r>
                                  <a:rPr lang="en-US" sz="1600" dirty="0">
                                    <a:latin typeface="Cambria Math" panose="02040503050406030204" pitchFamily="18" charset="0"/>
                                  </a:rPr>
                                  <m:t>=</m:t>
                                </m:r>
                                <m:f>
                                  <m:fPr>
                                    <m:ctrlPr>
                                      <a:rPr lang="en-GB" sz="1600" i="1">
                                        <a:latin typeface="Cambria Math" panose="02040503050406030204" pitchFamily="18" charset="0"/>
                                        <a:ea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3</m:t>
                                    </m:r>
                                    <m:r>
                                      <a:rPr lang="en-GB" sz="1600" i="1">
                                        <a:latin typeface="Cambria Math" panose="02040503050406030204" pitchFamily="18" charset="0"/>
                                        <a:ea typeface="Cambria Math" panose="02040503050406030204" pitchFamily="18" charset="0"/>
                                      </a:rPr>
                                      <m:t>×2.36</m:t>
                                    </m:r>
                                  </m:num>
                                  <m:den>
                                    <m:r>
                                      <a:rPr lang="en-GB" sz="1600" i="1">
                                        <a:latin typeface="Cambria Math" panose="02040503050406030204" pitchFamily="18" charset="0"/>
                                        <a:ea typeface="Cambria Math" panose="02040503050406030204" pitchFamily="18" charset="0"/>
                                      </a:rPr>
                                      <m:t>1</m:t>
                                    </m:r>
                                  </m:den>
                                </m:f>
                                <m:r>
                                  <a:rPr lang="en-GB" sz="1600" i="1">
                                    <a:latin typeface="Cambria Math" panose="02040503050406030204" pitchFamily="18" charset="0"/>
                                    <a:ea typeface="Cambria Math" panose="02040503050406030204" pitchFamily="18" charset="0"/>
                                  </a:rPr>
                                  <m:t>=7.1 </m:t>
                                </m:r>
                                <m:r>
                                  <a:rPr lang="en-US" sz="1600" i="1">
                                    <a:latin typeface="Cambria Math" panose="02040503050406030204" pitchFamily="18" charset="0"/>
                                    <a:ea typeface="Cambria Math" panose="02040503050406030204" pitchFamily="18" charset="0"/>
                                  </a:rPr>
                                  <m:t>𝑟</m:t>
                                </m:r>
                                <m:r>
                                  <a:rPr lang="en-GB" sz="1600" i="1">
                                    <a:latin typeface="Cambria Math" panose="02040503050406030204" pitchFamily="18" charset="0"/>
                                    <a:ea typeface="Cambria Math" panose="02040503050406030204" pitchFamily="18" charset="0"/>
                                  </a:rPr>
                                  <m:t>𝑎𝑑</m:t>
                                </m:r>
                                <m:r>
                                  <a:rPr lang="en-GB" sz="1600" i="1">
                                    <a:latin typeface="Cambria Math" panose="02040503050406030204" pitchFamily="18" charset="0"/>
                                    <a:ea typeface="Cambria Math" panose="02040503050406030204" pitchFamily="18" charset="0"/>
                                  </a:rPr>
                                  <m:t>.</m:t>
                                </m:r>
                                <m:sSup>
                                  <m:sSupPr>
                                    <m:ctrlPr>
                                      <a:rPr lang="en-GB" sz="1600" i="1">
                                        <a:latin typeface="Cambria Math" panose="02040503050406030204" pitchFamily="18" charset="0"/>
                                        <a:ea typeface="Cambria Math" panose="02040503050406030204" pitchFamily="18" charset="0"/>
                                      </a:rPr>
                                    </m:ctrlPr>
                                  </m:sSupPr>
                                  <m:e>
                                    <m:r>
                                      <a:rPr lang="en-GB" sz="1600" i="1">
                                        <a:latin typeface="Cambria Math" panose="02040503050406030204" pitchFamily="18" charset="0"/>
                                        <a:ea typeface="Cambria Math" panose="02040503050406030204" pitchFamily="18" charset="0"/>
                                      </a:rPr>
                                      <m:t>𝑠</m:t>
                                    </m:r>
                                  </m:e>
                                  <m:sup>
                                    <m:r>
                                      <a:rPr lang="en-GB" sz="1600" i="1">
                                        <a:latin typeface="Cambria Math" panose="02040503050406030204" pitchFamily="18" charset="0"/>
                                        <a:ea typeface="Cambria Math" panose="02040503050406030204" pitchFamily="18" charset="0"/>
                                      </a:rPr>
                                      <m:t>−2</m:t>
                                    </m:r>
                                  </m:sup>
                                </m:sSup>
                              </m:oMath>
                            </m:oMathPara>
                          </a14:m>
                          <a:endParaRPr lang="en-GB" sz="160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GB" sz="1600" i="1" smtClean="0">
                                        <a:latin typeface="Cambria Math" panose="02040503050406030204" pitchFamily="18" charset="0"/>
                                        <a:ea typeface="Cambria Math" panose="02040503050406030204" pitchFamily="18" charset="0"/>
                                      </a:rPr>
                                    </m:ctrlPr>
                                  </m:sSubPr>
                                  <m:e>
                                    <m:r>
                                      <a:rPr lang="en-GB" sz="1600" i="1">
                                        <a:latin typeface="Cambria Math" panose="02040503050406030204" pitchFamily="18" charset="0"/>
                                        <a:ea typeface="Cambria Math" panose="02040503050406030204" pitchFamily="18" charset="0"/>
                                      </a:rPr>
                                      <m:t>𝛼</m:t>
                                    </m:r>
                                  </m:e>
                                  <m:sub>
                                    <m:r>
                                      <a:rPr lang="en-US" sz="1600" i="1">
                                        <a:latin typeface="Cambria Math" panose="02040503050406030204" pitchFamily="18" charset="0"/>
                                        <a:ea typeface="Cambria Math" panose="02040503050406030204" pitchFamily="18" charset="0"/>
                                      </a:rPr>
                                      <m:t>𝑠𝑙𝑜𝑝𝑒</m:t>
                                    </m:r>
                                  </m:sub>
                                </m:sSub>
                                <m:r>
                                  <a:rPr lang="en-GB" sz="1600" i="1">
                                    <a:latin typeface="Cambria Math" panose="02040503050406030204" pitchFamily="18" charset="0"/>
                                    <a:ea typeface="Cambria Math" panose="02040503050406030204" pitchFamily="18" charset="0"/>
                                  </a:rPr>
                                  <m:t>=</m:t>
                                </m:r>
                                <m:f>
                                  <m:fPr>
                                    <m:ctrlPr>
                                      <a:rPr lang="en-GB" sz="1600" i="1">
                                        <a:latin typeface="Cambria Math" panose="02040503050406030204" pitchFamily="18" charset="0"/>
                                        <a:ea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2</m:t>
                                    </m:r>
                                    <m:sSub>
                                      <m:sSubPr>
                                        <m:ctrlPr>
                                          <a:rPr lang="en-GB" sz="1600" i="1">
                                            <a:latin typeface="Cambria Math" panose="02040503050406030204" pitchFamily="18" charset="0"/>
                                            <a:ea typeface="Cambria Math" panose="02040503050406030204" pitchFamily="18" charset="0"/>
                                          </a:rPr>
                                        </m:ctrlPr>
                                      </m:sSubPr>
                                      <m:e>
                                        <m:r>
                                          <a:rPr lang="en-GB" sz="1600" i="1">
                                            <a:latin typeface="Cambria Math" panose="02040503050406030204" pitchFamily="18" charset="0"/>
                                            <a:ea typeface="Cambria Math" panose="02040503050406030204" pitchFamily="18" charset="0"/>
                                          </a:rPr>
                                          <m:t>𝜔</m:t>
                                        </m:r>
                                      </m:e>
                                      <m:sub>
                                        <m:r>
                                          <a:rPr lang="en-US" sz="1600" i="1">
                                            <a:latin typeface="Cambria Math" panose="02040503050406030204" pitchFamily="18" charset="0"/>
                                            <a:ea typeface="Cambria Math" panose="02040503050406030204" pitchFamily="18" charset="0"/>
                                          </a:rPr>
                                          <m:t>𝑝𝑒𝑎𝑘</m:t>
                                        </m:r>
                                      </m:sub>
                                    </m:sSub>
                                  </m:num>
                                  <m:den>
                                    <m:sSub>
                                      <m:sSubPr>
                                        <m:ctrlPr>
                                          <a:rPr lang="en-GB" sz="1600" i="1">
                                            <a:latin typeface="Cambria Math" panose="02040503050406030204" pitchFamily="18" charset="0"/>
                                            <a:ea typeface="Cambria Math" panose="02040503050406030204" pitchFamily="18" charset="0"/>
                                          </a:rPr>
                                        </m:ctrlPr>
                                      </m:sSubPr>
                                      <m:e>
                                        <m:r>
                                          <a:rPr lang="en-GB" sz="1600" i="1">
                                            <a:latin typeface="Cambria Math" panose="02040503050406030204" pitchFamily="18" charset="0"/>
                                            <a:ea typeface="Cambria Math" panose="02040503050406030204" pitchFamily="18" charset="0"/>
                                          </a:rPr>
                                          <m:t>𝑡</m:t>
                                        </m:r>
                                      </m:e>
                                      <m:sub>
                                        <m:r>
                                          <a:rPr lang="en-GB" sz="1600" i="1">
                                            <a:latin typeface="Cambria Math" panose="02040503050406030204" pitchFamily="18" charset="0"/>
                                            <a:ea typeface="Cambria Math" panose="02040503050406030204" pitchFamily="18" charset="0"/>
                                          </a:rPr>
                                          <m:t>𝑚</m:t>
                                        </m:r>
                                      </m:sub>
                                    </m:sSub>
                                  </m:den>
                                </m:f>
                                <m:r>
                                  <a:rPr lang="en-US" sz="1600" dirty="0">
                                    <a:latin typeface="Cambria Math" panose="02040503050406030204" pitchFamily="18" charset="0"/>
                                  </a:rPr>
                                  <m:t>=</m:t>
                                </m:r>
                                <m:f>
                                  <m:fPr>
                                    <m:ctrlPr>
                                      <a:rPr lang="en-GB" sz="1600" i="1">
                                        <a:latin typeface="Cambria Math" panose="02040503050406030204" pitchFamily="18" charset="0"/>
                                        <a:ea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2</m:t>
                                    </m:r>
                                    <m:r>
                                      <a:rPr lang="en-GB"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3.142</m:t>
                                    </m:r>
                                  </m:num>
                                  <m:den>
                                    <m:r>
                                      <a:rPr lang="en-GB" sz="1600" i="1">
                                        <a:latin typeface="Cambria Math" panose="02040503050406030204" pitchFamily="18" charset="0"/>
                                        <a:ea typeface="Cambria Math" panose="02040503050406030204" pitchFamily="18" charset="0"/>
                                      </a:rPr>
                                      <m:t>1</m:t>
                                    </m:r>
                                  </m:den>
                                </m:f>
                                <m:r>
                                  <a:rPr lang="en-GB"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6.282</m:t>
                                </m:r>
                                <m:r>
                                  <a:rPr lang="en-GB"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𝑟𝑎</m:t>
                                </m:r>
                                <m:r>
                                  <a:rPr lang="en-GB" sz="1600" i="1">
                                    <a:latin typeface="Cambria Math" panose="02040503050406030204" pitchFamily="18" charset="0"/>
                                    <a:ea typeface="Cambria Math" panose="02040503050406030204" pitchFamily="18" charset="0"/>
                                  </a:rPr>
                                  <m:t>𝑑</m:t>
                                </m:r>
                                <m:r>
                                  <a:rPr lang="en-GB" sz="1600" i="1">
                                    <a:latin typeface="Cambria Math" panose="02040503050406030204" pitchFamily="18" charset="0"/>
                                    <a:ea typeface="Cambria Math" panose="02040503050406030204" pitchFamily="18" charset="0"/>
                                  </a:rPr>
                                  <m:t>.</m:t>
                                </m:r>
                                <m:sSup>
                                  <m:sSupPr>
                                    <m:ctrlPr>
                                      <a:rPr lang="en-GB" sz="1600" i="1">
                                        <a:latin typeface="Cambria Math" panose="02040503050406030204" pitchFamily="18" charset="0"/>
                                        <a:ea typeface="Cambria Math" panose="02040503050406030204" pitchFamily="18" charset="0"/>
                                      </a:rPr>
                                    </m:ctrlPr>
                                  </m:sSupPr>
                                  <m:e>
                                    <m:r>
                                      <a:rPr lang="en-GB" sz="1600" i="1">
                                        <a:latin typeface="Cambria Math" panose="02040503050406030204" pitchFamily="18" charset="0"/>
                                        <a:ea typeface="Cambria Math" panose="02040503050406030204" pitchFamily="18" charset="0"/>
                                      </a:rPr>
                                      <m:t>𝑠</m:t>
                                    </m:r>
                                  </m:e>
                                  <m:sup>
                                    <m:r>
                                      <a:rPr lang="en-GB" sz="1600" i="1">
                                        <a:latin typeface="Cambria Math" panose="02040503050406030204" pitchFamily="18" charset="0"/>
                                        <a:ea typeface="Cambria Math" panose="02040503050406030204" pitchFamily="18" charset="0"/>
                                      </a:rPr>
                                      <m:t>−2</m:t>
                                    </m:r>
                                  </m:sup>
                                </m:sSup>
                              </m:oMath>
                            </m:oMathPara>
                          </a14:m>
                          <a:endParaRPr lang="en-GB" sz="1600"/>
                        </a:p>
                      </a:txBody>
                      <a:tcPr anchor="ctr"/>
                    </a:tc>
                    <a:extLst>
                      <a:ext uri="{0D108BD9-81ED-4DB2-BD59-A6C34878D82A}">
                        <a16:rowId xmlns:a16="http://schemas.microsoft.com/office/drawing/2014/main" val="4279236952"/>
                      </a:ext>
                    </a:extLst>
                  </a:tr>
                </a:tbl>
              </a:graphicData>
            </a:graphic>
          </p:graphicFrame>
        </mc:Choice>
        <mc:Fallback>
          <p:graphicFrame>
            <p:nvGraphicFramePr>
              <p:cNvPr id="13" name="Table 12">
                <a:extLst>
                  <a:ext uri="{FF2B5EF4-FFF2-40B4-BE49-F238E27FC236}">
                    <a16:creationId xmlns:a16="http://schemas.microsoft.com/office/drawing/2014/main" id="{AA43C780-B8DA-1049-B1D3-4F1D60532AD3}"/>
                  </a:ext>
                </a:extLst>
              </p:cNvPr>
              <p:cNvGraphicFramePr>
                <a:graphicFrameLocks noGrp="1"/>
              </p:cNvGraphicFramePr>
              <p:nvPr>
                <p:extLst>
                  <p:ext uri="{D42A27DB-BD31-4B8C-83A1-F6EECF244321}">
                    <p14:modId xmlns:p14="http://schemas.microsoft.com/office/powerpoint/2010/main" val="130596704"/>
                  </p:ext>
                </p:extLst>
              </p:nvPr>
            </p:nvGraphicFramePr>
            <p:xfrm>
              <a:off x="2244387" y="2840844"/>
              <a:ext cx="9656989" cy="1937068"/>
            </p:xfrm>
            <a:graphic>
              <a:graphicData uri="http://schemas.openxmlformats.org/drawingml/2006/table">
                <a:tbl>
                  <a:tblPr firstRow="1" bandRow="1">
                    <a:tableStyleId>{5C22544A-7EE6-4342-B048-85BDC9FD1C3A}</a:tableStyleId>
                  </a:tblPr>
                  <a:tblGrid>
                    <a:gridCol w="1328372">
                      <a:extLst>
                        <a:ext uri="{9D8B030D-6E8A-4147-A177-3AD203B41FA5}">
                          <a16:colId xmlns:a16="http://schemas.microsoft.com/office/drawing/2014/main" val="1768603284"/>
                        </a:ext>
                      </a:extLst>
                    </a:gridCol>
                    <a:gridCol w="4118203">
                      <a:extLst>
                        <a:ext uri="{9D8B030D-6E8A-4147-A177-3AD203B41FA5}">
                          <a16:colId xmlns:a16="http://schemas.microsoft.com/office/drawing/2014/main" val="3744971059"/>
                        </a:ext>
                      </a:extLst>
                    </a:gridCol>
                    <a:gridCol w="4210414">
                      <a:extLst>
                        <a:ext uri="{9D8B030D-6E8A-4147-A177-3AD203B41FA5}">
                          <a16:colId xmlns:a16="http://schemas.microsoft.com/office/drawing/2014/main" val="731068169"/>
                        </a:ext>
                      </a:extLst>
                    </a:gridCol>
                  </a:tblGrid>
                  <a:tr h="370840">
                    <a:tc>
                      <a:txBody>
                        <a:bodyPr/>
                        <a:lstStyle/>
                        <a:p>
                          <a:pPr algn="ctr"/>
                          <a:r>
                            <a:rPr lang="en-GB" sz="1600"/>
                            <a:t>Relationships</a:t>
                          </a:r>
                        </a:p>
                      </a:txBody>
                      <a:tcPr anchor="ctr"/>
                    </a:tc>
                    <a:tc>
                      <a:txBody>
                        <a:bodyPr/>
                        <a:lstStyle/>
                        <a:p>
                          <a:pPr algn="ctr"/>
                          <a:r>
                            <a:rPr lang="en-GB" sz="1600"/>
                            <a:t>Trapezoidal</a:t>
                          </a:r>
                        </a:p>
                      </a:txBody>
                      <a:tcPr anchor="ctr"/>
                    </a:tc>
                    <a:tc>
                      <a:txBody>
                        <a:bodyPr/>
                        <a:lstStyle/>
                        <a:p>
                          <a:pPr algn="ctr"/>
                          <a:r>
                            <a:rPr lang="en-GB" sz="1600"/>
                            <a:t>Triangular</a:t>
                          </a:r>
                        </a:p>
                      </a:txBody>
                      <a:tcPr anchor="ctr"/>
                    </a:tc>
                    <a:extLst>
                      <a:ext uri="{0D108BD9-81ED-4DB2-BD59-A6C34878D82A}">
                        <a16:rowId xmlns:a16="http://schemas.microsoft.com/office/drawing/2014/main" val="3096884027"/>
                      </a:ext>
                    </a:extLst>
                  </a:tr>
                  <a:tr h="725488">
                    <a:tc>
                      <a:txBody>
                        <a:bodyPr/>
                        <a:lstStyle/>
                        <a:p>
                          <a:endParaRPr lang="en-US"/>
                        </a:p>
                      </a:txBody>
                      <a:tcPr anchor="ctr">
                        <a:blipFill>
                          <a:blip r:embed="rId3"/>
                          <a:stretch>
                            <a:fillRect l="-459" t="-52941" r="-628899" b="-117647"/>
                          </a:stretch>
                        </a:blipFill>
                      </a:tcPr>
                    </a:tc>
                    <a:tc>
                      <a:txBody>
                        <a:bodyPr/>
                        <a:lstStyle/>
                        <a:p>
                          <a:endParaRPr lang="en-US"/>
                        </a:p>
                      </a:txBody>
                      <a:tcPr anchor="ctr">
                        <a:blipFill>
                          <a:blip r:embed="rId3"/>
                          <a:stretch>
                            <a:fillRect l="-32396" t="-52941" r="-102811" b="-117647"/>
                          </a:stretch>
                        </a:blipFill>
                      </a:tcPr>
                    </a:tc>
                    <a:tc>
                      <a:txBody>
                        <a:bodyPr/>
                        <a:lstStyle/>
                        <a:p>
                          <a:endParaRPr lang="en-US"/>
                        </a:p>
                      </a:txBody>
                      <a:tcPr anchor="ctr">
                        <a:blipFill>
                          <a:blip r:embed="rId3"/>
                          <a:stretch>
                            <a:fillRect l="-129522" t="-52941" r="-579" b="-117647"/>
                          </a:stretch>
                        </a:blipFill>
                      </a:tcPr>
                    </a:tc>
                    <a:extLst>
                      <a:ext uri="{0D108BD9-81ED-4DB2-BD59-A6C34878D82A}">
                        <a16:rowId xmlns:a16="http://schemas.microsoft.com/office/drawing/2014/main" val="2612596639"/>
                      </a:ext>
                    </a:extLst>
                  </a:tr>
                  <a:tr h="840740">
                    <a:tc>
                      <a:txBody>
                        <a:bodyPr/>
                        <a:lstStyle/>
                        <a:p>
                          <a:endParaRPr lang="en-US"/>
                        </a:p>
                      </a:txBody>
                      <a:tcPr anchor="ctr">
                        <a:blipFill>
                          <a:blip r:embed="rId3"/>
                          <a:stretch>
                            <a:fillRect l="-459" t="-131884" r="-628899" b="-1449"/>
                          </a:stretch>
                        </a:blipFill>
                      </a:tcPr>
                    </a:tc>
                    <a:tc>
                      <a:txBody>
                        <a:bodyPr/>
                        <a:lstStyle/>
                        <a:p>
                          <a:endParaRPr lang="en-US"/>
                        </a:p>
                      </a:txBody>
                      <a:tcPr anchor="ctr">
                        <a:blipFill>
                          <a:blip r:embed="rId3"/>
                          <a:stretch>
                            <a:fillRect l="-32396" t="-131884" r="-102811" b="-1449"/>
                          </a:stretch>
                        </a:blipFill>
                      </a:tcPr>
                    </a:tc>
                    <a:tc>
                      <a:txBody>
                        <a:bodyPr/>
                        <a:lstStyle/>
                        <a:p>
                          <a:endParaRPr lang="en-US"/>
                        </a:p>
                      </a:txBody>
                      <a:tcPr anchor="ctr">
                        <a:blipFill>
                          <a:blip r:embed="rId3"/>
                          <a:stretch>
                            <a:fillRect l="-129522" t="-131884" r="-579" b="-1449"/>
                          </a:stretch>
                        </a:blipFill>
                      </a:tcPr>
                    </a:tc>
                    <a:extLst>
                      <a:ext uri="{0D108BD9-81ED-4DB2-BD59-A6C34878D82A}">
                        <a16:rowId xmlns:a16="http://schemas.microsoft.com/office/drawing/2014/main" val="4279236952"/>
                      </a:ext>
                    </a:extLst>
                  </a:tr>
                </a:tbl>
              </a:graphicData>
            </a:graphic>
          </p:graphicFrame>
        </mc:Fallback>
      </mc:AlternateContent>
    </p:spTree>
    <p:extLst>
      <p:ext uri="{BB962C8B-B14F-4D97-AF65-F5344CB8AC3E}">
        <p14:creationId xmlns:p14="http://schemas.microsoft.com/office/powerpoint/2010/main" val="41678039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p:sp>
        <p:nvSpPr>
          <p:cNvPr id="5" name="Subtitle 4"/>
          <p:cNvSpPr>
            <a:spLocks noGrp="1"/>
          </p:cNvSpPr>
          <p:nvPr>
            <p:ph type="subTitle" idx="1"/>
          </p:nvPr>
        </p:nvSpPr>
        <p:spPr>
          <a:xfrm>
            <a:off x="6237962" y="1522968"/>
            <a:ext cx="4391938" cy="4661932"/>
          </a:xfrm>
        </p:spPr>
        <p:txBody>
          <a:bodyPr>
            <a:normAutofit/>
          </a:bodyPr>
          <a:lstStyle/>
          <a:p>
            <a:pPr marL="342900" indent="-342900" algn="l">
              <a:buFont typeface="Arial" panose="020B0604020202020204" pitchFamily="34" charset="0"/>
              <a:buChar char="•"/>
            </a:pPr>
            <a:r>
              <a:rPr lang="en-GB"/>
              <a:t>Contouring gives considerable flexibility, due to the simultaneous control of more than one moving axis.</a:t>
            </a:r>
          </a:p>
          <a:p>
            <a:pPr marL="342900" indent="-342900" algn="l">
              <a:buFont typeface="Arial" panose="020B0604020202020204" pitchFamily="34" charset="0"/>
              <a:buChar char="•"/>
            </a:pPr>
            <a:r>
              <a:rPr lang="en-GB"/>
              <a:t>Relative motion between the work piece and the tool is controlled to generate the required geometry.</a:t>
            </a:r>
          </a:p>
          <a:p>
            <a:pPr marL="342900" indent="-342900" algn="l">
              <a:buFont typeface="Arial" panose="020B0604020202020204" pitchFamily="34" charset="0"/>
              <a:buChar char="•"/>
            </a:pPr>
            <a:r>
              <a:rPr lang="en-GB"/>
              <a:t>The tool path is offset from the required cutting path.</a:t>
            </a:r>
            <a:endParaRPr lang="fr-FR" sz="2800"/>
          </a:p>
        </p:txBody>
      </p:sp>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564718" y="742434"/>
            <a:ext cx="1809663" cy="523220"/>
          </a:xfrm>
          <a:prstGeom prst="rect">
            <a:avLst/>
          </a:prstGeom>
        </p:spPr>
        <p:txBody>
          <a:bodyPr wrap="none">
            <a:spAutoFit/>
          </a:bodyPr>
          <a:lstStyle/>
          <a:p>
            <a:r>
              <a:rPr lang="en-GB" sz="2800"/>
              <a:t>Contouring</a:t>
            </a:r>
            <a:endParaRPr lang="fr-FR" sz="2800"/>
          </a:p>
        </p:txBody>
      </p:sp>
      <p:pic>
        <p:nvPicPr>
          <p:cNvPr id="2" name="Picture 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52500" y="2036744"/>
            <a:ext cx="4833937" cy="3354405"/>
          </a:xfrm>
          <a:prstGeom prst="rect">
            <a:avLst/>
          </a:prstGeom>
        </p:spPr>
      </p:pic>
    </p:spTree>
    <p:extLst>
      <p:ext uri="{BB962C8B-B14F-4D97-AF65-F5344CB8AC3E}">
        <p14:creationId xmlns:p14="http://schemas.microsoft.com/office/powerpoint/2010/main" val="338187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mc:AlternateContent xmlns:mc="http://schemas.openxmlformats.org/markup-compatibility/2006">
        <mc:Choice xmlns:a14="http://schemas.microsoft.com/office/drawing/2010/main" Requires="a14">
          <p:sp>
            <p:nvSpPr>
              <p:cNvPr id="5" name="Subtitle 4"/>
              <p:cNvSpPr>
                <a:spLocks noGrp="1"/>
              </p:cNvSpPr>
              <p:nvPr>
                <p:ph type="subTitle" idx="1"/>
              </p:nvPr>
            </p:nvSpPr>
            <p:spPr>
              <a:xfrm>
                <a:off x="304800" y="1358900"/>
                <a:ext cx="6308651" cy="4826000"/>
              </a:xfrm>
            </p:spPr>
            <p:txBody>
              <a:bodyPr>
                <a:normAutofit lnSpcReduction="10000"/>
              </a:bodyPr>
              <a:lstStyle/>
              <a:p>
                <a:pPr marL="457200" indent="-457200" algn="l">
                  <a:buFont typeface="Arial" panose="020B0604020202020204" pitchFamily="34" charset="0"/>
                  <a:buChar char="•"/>
                </a:pPr>
                <a:r>
                  <a:rPr lang="en-GB"/>
                  <a:t>If a </a:t>
                </a:r>
                <a:r>
                  <a:rPr lang="en-GB" b="1"/>
                  <a:t>smooth continuous path </a:t>
                </a:r>
                <a:r>
                  <a:rPr lang="en-GB"/>
                  <a:t>is required, the path can be generated by a polynomial.</a:t>
                </a:r>
              </a:p>
              <a:p>
                <a:pPr marL="457200" indent="-457200" algn="l">
                  <a:buFont typeface="Arial" panose="020B0604020202020204" pitchFamily="34" charset="0"/>
                  <a:buChar char="•"/>
                </a:pPr>
                <a:r>
                  <a:rPr lang="en-GB"/>
                  <a:t>The path can be expressed as a </a:t>
                </a:r>
                <a:r>
                  <a:rPr lang="en-GB" b="1"/>
                  <a:t>cubic</a:t>
                </a:r>
                <a:r>
                  <a:rPr lang="en-GB"/>
                  <a:t> or higher order </a:t>
                </a:r>
                <a:r>
                  <a:rPr lang="en-GB" b="1"/>
                  <a:t>polynomial</a:t>
                </a:r>
                <a:r>
                  <a:rPr lang="en-GB"/>
                  <a:t>.</a:t>
                </a:r>
              </a:p>
              <a:p>
                <a:pPr marL="457200" indent="-457200" algn="l">
                  <a:buFont typeface="Arial" panose="020B0604020202020204" pitchFamily="34" charset="0"/>
                  <a:buChar char="•"/>
                </a:pPr>
                <a:r>
                  <a:rPr lang="en-GB"/>
                  <a:t>The polynomial's coefficients are based on the required positions and a known set of constraints.</a:t>
                </a:r>
              </a:p>
              <a:p>
                <a:pPr algn="l"/>
                <a:r>
                  <a:rPr lang="en-GB"/>
                  <a:t>For example, consider the trajectory required to move from </a:t>
                </a:r>
                <a14:m>
                  <m:oMath xmlns:m="http://schemas.openxmlformats.org/officeDocument/2006/math">
                    <m:sSub>
                      <m:sSubPr>
                        <m:ctrlPr>
                          <a:rPr lang="en-GB" i="1">
                            <a:latin typeface="Cambria Math" panose="02040503050406030204" pitchFamily="18" charset="0"/>
                            <a:ea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ea typeface="Cambria Math" panose="02040503050406030204" pitchFamily="18" charset="0"/>
                          </a:rPr>
                          <m:t>1</m:t>
                        </m:r>
                      </m:sub>
                    </m:sSub>
                  </m:oMath>
                </a14:m>
                <a:r>
                  <a:rPr lang="en-GB"/>
                  <a:t> to </a:t>
                </a:r>
                <a14:m>
                  <m:oMath xmlns:m="http://schemas.openxmlformats.org/officeDocument/2006/math">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ea typeface="Cambria Math" panose="02040503050406030204" pitchFamily="18" charset="0"/>
                          </a:rPr>
                          <m:t>2</m:t>
                        </m:r>
                      </m:sub>
                    </m:sSub>
                  </m:oMath>
                </a14:m>
                <a:r>
                  <a:rPr lang="en-GB"/>
                  <a:t>, using a cubic function:</a:t>
                </a:r>
              </a:p>
              <a:p>
                <a:pPr marL="457200" indent="-457200" algn="l">
                  <a:buFont typeface="Arial" panose="020B0604020202020204" pitchFamily="34" charset="0"/>
                  <a:buChar char="•"/>
                </a:pPr>
                <a:r>
                  <a:rPr lang="en-GB"/>
                  <a:t>four constraints are necessary,</a:t>
                </a:r>
              </a:p>
              <a:p>
                <a:pPr marL="457200" indent="-457200" algn="l">
                  <a:buFont typeface="Arial" panose="020B0604020202020204" pitchFamily="34" charset="0"/>
                  <a:buChar char="•"/>
                </a:pPr>
                <a:r>
                  <a:rPr lang="en-GB"/>
                  <a:t>the </a:t>
                </a:r>
                <a:r>
                  <a:rPr lang="en-GB" b="1"/>
                  <a:t>start</a:t>
                </a:r>
                <a:r>
                  <a:rPr lang="en-GB"/>
                  <a:t> and </a:t>
                </a:r>
                <a:r>
                  <a:rPr lang="en-GB" b="1"/>
                  <a:t>finish</a:t>
                </a:r>
                <a:r>
                  <a:rPr lang="en-GB"/>
                  <a:t> positions and </a:t>
                </a:r>
                <a:r>
                  <a:rPr lang="en-GB" b="1"/>
                  <a:t>velocities</a:t>
                </a:r>
                <a:r>
                  <a:rPr lang="en-GB"/>
                  <a:t> are known and set to 0 (they can be any value)</a:t>
                </a:r>
                <a:endParaRPr lang="fr-FR"/>
              </a:p>
            </p:txBody>
          </p:sp>
        </mc:Choice>
        <mc:Fallback>
          <p:sp>
            <p:nvSpPr>
              <p:cNvPr id="5" name="Subtitle 4"/>
              <p:cNvSpPr>
                <a:spLocks noGrp="1" noRot="1" noChangeAspect="1" noMove="1" noResize="1" noEditPoints="1" noAdjustHandles="1" noChangeArrowheads="1" noChangeShapeType="1" noTextEdit="1"/>
              </p:cNvSpPr>
              <p:nvPr>
                <p:ph type="subTitle" idx="1"/>
              </p:nvPr>
            </p:nvSpPr>
            <p:spPr>
              <a:xfrm>
                <a:off x="304800" y="1358900"/>
                <a:ext cx="6308651" cy="4826000"/>
              </a:xfrm>
              <a:blipFill>
                <a:blip r:embed="rId2"/>
                <a:stretch>
                  <a:fillRect l="-1449" t="-2399"/>
                </a:stretch>
              </a:blipFill>
            </p:spPr>
            <p:txBody>
              <a:bodyPr/>
              <a:lstStyle/>
              <a:p>
                <a:r>
                  <a:rPr lang="en-US">
                    <a:noFill/>
                  </a:rPr>
                  <a:t> </a:t>
                </a:r>
              </a:p>
            </p:txBody>
          </p:sp>
        </mc:Fallback>
      </mc:AlternateContent>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564718" y="742434"/>
            <a:ext cx="2823081" cy="523220"/>
          </a:xfrm>
          <a:prstGeom prst="rect">
            <a:avLst/>
          </a:prstGeom>
        </p:spPr>
        <p:txBody>
          <a:bodyPr wrap="none">
            <a:spAutoFit/>
          </a:bodyPr>
          <a:lstStyle/>
          <a:p>
            <a:r>
              <a:rPr lang="en-GB" sz="2800"/>
              <a:t>Polynomial Profile</a:t>
            </a:r>
            <a:endParaRPr lang="fr-FR" sz="2800"/>
          </a:p>
        </p:txBody>
      </p:sp>
      <p:pic>
        <p:nvPicPr>
          <p:cNvPr id="8" name="Picture 7"/>
          <p:cNvPicPr>
            <a:picLocks noChangeAspect="1"/>
          </p:cNvPicPr>
          <p:nvPr/>
        </p:nvPicPr>
        <p:blipFill>
          <a:blip r:embed="rId3"/>
          <a:stretch>
            <a:fillRect/>
          </a:stretch>
        </p:blipFill>
        <p:spPr>
          <a:xfrm>
            <a:off x="6613451" y="1605627"/>
            <a:ext cx="4532267" cy="3526627"/>
          </a:xfrm>
          <a:prstGeom prst="rect">
            <a:avLst/>
          </a:prstGeom>
        </p:spPr>
      </p:pic>
    </p:spTree>
    <p:extLst>
      <p:ext uri="{BB962C8B-B14F-4D97-AF65-F5344CB8AC3E}">
        <p14:creationId xmlns:p14="http://schemas.microsoft.com/office/powerpoint/2010/main" val="3532858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mc:AlternateContent xmlns:mc="http://schemas.openxmlformats.org/markup-compatibility/2006">
        <mc:Choice xmlns:a14="http://schemas.microsoft.com/office/drawing/2010/main" Requires="a14">
          <p:sp>
            <p:nvSpPr>
              <p:cNvPr id="5" name="Subtitle 4"/>
              <p:cNvSpPr>
                <a:spLocks noGrp="1"/>
              </p:cNvSpPr>
              <p:nvPr>
                <p:ph type="subTitle" idx="1"/>
              </p:nvPr>
            </p:nvSpPr>
            <p:spPr>
              <a:xfrm>
                <a:off x="4283885" y="1844243"/>
                <a:ext cx="5967042" cy="1693817"/>
              </a:xfrm>
            </p:spPr>
            <p:txBody>
              <a:bodyPr>
                <a:normAutofit/>
              </a:bodyPr>
              <a:lstStyle/>
              <a:p>
                <a:pPr marL="457200" indent="-457200" algn="l">
                  <a:buFont typeface="Arial" panose="020B0604020202020204" pitchFamily="34" charset="0"/>
                  <a:buChar char="•"/>
                </a:pPr>
                <a14:m>
                  <m:oMath xmlns:m="http://schemas.openxmlformats.org/officeDocument/2006/math">
                    <m:r>
                      <a:rPr lang="en-GB" sz="2800" i="1" smtClean="0">
                        <a:latin typeface="Cambria Math" panose="02040503050406030204" pitchFamily="18" charset="0"/>
                        <a:ea typeface="Cambria Math" panose="02040503050406030204" pitchFamily="18" charset="0"/>
                      </a:rPr>
                      <m:t>𝜃</m:t>
                    </m:r>
                    <m:r>
                      <a:rPr lang="en-GB" sz="2800" b="0" i="1" smtClean="0">
                        <a:latin typeface="Cambria Math" panose="02040503050406030204" pitchFamily="18" charset="0"/>
                        <a:ea typeface="Cambria Math" panose="02040503050406030204" pitchFamily="18" charset="0"/>
                      </a:rPr>
                      <m:t>(</m:t>
                    </m:r>
                    <m:r>
                      <a:rPr lang="en-GB" sz="2800" b="0" i="1" smtClean="0">
                        <a:latin typeface="Cambria Math" panose="02040503050406030204" pitchFamily="18" charset="0"/>
                        <a:ea typeface="Cambria Math" panose="02040503050406030204" pitchFamily="18" charset="0"/>
                      </a:rPr>
                      <m:t>𝑡</m:t>
                    </m:r>
                    <m:r>
                      <a:rPr lang="en-GB" sz="2800" b="0" i="1" smtClean="0">
                        <a:latin typeface="Cambria Math" panose="02040503050406030204" pitchFamily="18" charset="0"/>
                        <a:ea typeface="Cambria Math" panose="02040503050406030204" pitchFamily="18" charset="0"/>
                      </a:rPr>
                      <m:t>)=</m:t>
                    </m:r>
                    <m:sSub>
                      <m:sSubPr>
                        <m:ctrlPr>
                          <a:rPr lang="en-GB" sz="2800" i="1" smtClean="0">
                            <a:latin typeface="Cambria Math" panose="02040503050406030204" pitchFamily="18" charset="0"/>
                            <a:ea typeface="Cambria Math" panose="02040503050406030204" pitchFamily="18" charset="0"/>
                          </a:rPr>
                        </m:ctrlPr>
                      </m:sSubPr>
                      <m:e>
                        <m:r>
                          <a:rPr lang="en-GB" sz="2800" b="0" i="1" smtClean="0">
                            <a:latin typeface="Cambria Math" panose="02040503050406030204" pitchFamily="18" charset="0"/>
                            <a:ea typeface="Cambria Math" panose="02040503050406030204" pitchFamily="18" charset="0"/>
                          </a:rPr>
                          <m:t>𝑎</m:t>
                        </m:r>
                      </m:e>
                      <m:sub>
                        <m:r>
                          <a:rPr lang="en-GB" sz="2800" b="0" i="1" smtClean="0">
                            <a:latin typeface="Cambria Math" panose="02040503050406030204" pitchFamily="18" charset="0"/>
                            <a:ea typeface="Cambria Math" panose="02040503050406030204" pitchFamily="18" charset="0"/>
                          </a:rPr>
                          <m:t>0</m:t>
                        </m:r>
                      </m:sub>
                    </m:sSub>
                    <m:r>
                      <a:rPr lang="en-GB" sz="2800" b="0" i="1" smtClean="0">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𝑎</m:t>
                        </m:r>
                      </m:e>
                      <m:sub>
                        <m:r>
                          <a:rPr lang="en-GB" sz="2800" b="0" i="1" smtClean="0">
                            <a:latin typeface="Cambria Math" panose="02040503050406030204" pitchFamily="18" charset="0"/>
                            <a:ea typeface="Cambria Math" panose="02040503050406030204" pitchFamily="18" charset="0"/>
                          </a:rPr>
                          <m:t>1</m:t>
                        </m:r>
                      </m:sub>
                    </m:sSub>
                    <m:r>
                      <a:rPr lang="en-GB" sz="2800" b="0" i="1" smtClean="0">
                        <a:latin typeface="Cambria Math" panose="02040503050406030204" pitchFamily="18" charset="0"/>
                        <a:ea typeface="Cambria Math" panose="02040503050406030204" pitchFamily="18" charset="0"/>
                      </a:rPr>
                      <m:t>𝑡</m:t>
                    </m:r>
                    <m:r>
                      <a:rPr lang="en-GB" sz="2800" b="0" i="1" smtClean="0">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𝑎</m:t>
                        </m:r>
                      </m:e>
                      <m:sub>
                        <m:r>
                          <a:rPr lang="en-GB" sz="2800" b="0" i="1" smtClean="0">
                            <a:latin typeface="Cambria Math" panose="02040503050406030204" pitchFamily="18" charset="0"/>
                            <a:ea typeface="Cambria Math" panose="02040503050406030204" pitchFamily="18" charset="0"/>
                          </a:rPr>
                          <m:t>2</m:t>
                        </m:r>
                      </m:sub>
                    </m:sSub>
                    <m:sSup>
                      <m:sSupPr>
                        <m:ctrlPr>
                          <a:rPr lang="en-GB" sz="2800" i="1" smtClean="0">
                            <a:latin typeface="Cambria Math" panose="02040503050406030204" pitchFamily="18" charset="0"/>
                            <a:ea typeface="Cambria Math" panose="02040503050406030204" pitchFamily="18" charset="0"/>
                          </a:rPr>
                        </m:ctrlPr>
                      </m:sSupPr>
                      <m:e>
                        <m:r>
                          <a:rPr lang="en-GB" sz="2800" b="0" i="1" smtClean="0">
                            <a:latin typeface="Cambria Math" panose="02040503050406030204" pitchFamily="18" charset="0"/>
                            <a:ea typeface="Cambria Math" panose="02040503050406030204" pitchFamily="18" charset="0"/>
                          </a:rPr>
                          <m:t>𝑡</m:t>
                        </m:r>
                      </m:e>
                      <m:sup>
                        <m:r>
                          <a:rPr lang="en-GB" sz="2800" b="0" i="1" smtClean="0">
                            <a:latin typeface="Cambria Math" panose="02040503050406030204" pitchFamily="18" charset="0"/>
                            <a:ea typeface="Cambria Math" panose="02040503050406030204" pitchFamily="18" charset="0"/>
                          </a:rPr>
                          <m:t>2</m:t>
                        </m:r>
                      </m:sup>
                    </m:sSup>
                    <m:r>
                      <a:rPr lang="en-GB" sz="2800" b="0" i="1" smtClean="0">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𝑎</m:t>
                        </m:r>
                      </m:e>
                      <m:sub>
                        <m:r>
                          <a:rPr lang="en-GB" sz="2800" b="0" i="1" smtClean="0">
                            <a:latin typeface="Cambria Math" panose="02040503050406030204" pitchFamily="18" charset="0"/>
                            <a:ea typeface="Cambria Math" panose="02040503050406030204" pitchFamily="18" charset="0"/>
                          </a:rPr>
                          <m:t>3</m:t>
                        </m:r>
                      </m:sub>
                    </m:sSub>
                    <m:sSup>
                      <m:sSupPr>
                        <m:ctrlPr>
                          <a:rPr lang="en-GB" sz="2800" i="1">
                            <a:latin typeface="Cambria Math" panose="02040503050406030204" pitchFamily="18" charset="0"/>
                            <a:ea typeface="Cambria Math" panose="02040503050406030204" pitchFamily="18" charset="0"/>
                          </a:rPr>
                        </m:ctrlPr>
                      </m:sSupPr>
                      <m:e>
                        <m:r>
                          <a:rPr lang="en-GB" sz="2800" i="1">
                            <a:latin typeface="Cambria Math" panose="02040503050406030204" pitchFamily="18" charset="0"/>
                            <a:ea typeface="Cambria Math" panose="02040503050406030204" pitchFamily="18" charset="0"/>
                          </a:rPr>
                          <m:t>𝑡</m:t>
                        </m:r>
                      </m:e>
                      <m:sup>
                        <m:r>
                          <a:rPr lang="en-GB" sz="2800" b="0" i="1" smtClean="0">
                            <a:latin typeface="Cambria Math" panose="02040503050406030204" pitchFamily="18" charset="0"/>
                            <a:ea typeface="Cambria Math" panose="02040503050406030204" pitchFamily="18" charset="0"/>
                          </a:rPr>
                          <m:t>3</m:t>
                        </m:r>
                      </m:sup>
                    </m:sSup>
                  </m:oMath>
                </a14:m>
                <a:endParaRPr lang="fr-FR" sz="2800"/>
              </a:p>
              <a:p>
                <a:pPr marL="457200" indent="-457200" algn="l">
                  <a:buFont typeface="Arial" panose="020B0604020202020204" pitchFamily="34" charset="0"/>
                  <a:buChar char="•"/>
                </a:pPr>
                <a14:m>
                  <m:oMath xmlns:m="http://schemas.openxmlformats.org/officeDocument/2006/math">
                    <m:acc>
                      <m:accPr>
                        <m:chr m:val="̇"/>
                        <m:ctrlPr>
                          <a:rPr lang="en-GB" sz="2800" i="1" smtClean="0">
                            <a:latin typeface="Cambria Math" panose="02040503050406030204" pitchFamily="18" charset="0"/>
                            <a:ea typeface="Cambria Math" panose="02040503050406030204" pitchFamily="18" charset="0"/>
                          </a:rPr>
                        </m:ctrlPr>
                      </m:accPr>
                      <m:e>
                        <m:r>
                          <a:rPr lang="en-GB" sz="2800" i="1">
                            <a:latin typeface="Cambria Math" panose="02040503050406030204" pitchFamily="18" charset="0"/>
                            <a:ea typeface="Cambria Math" panose="02040503050406030204" pitchFamily="18" charset="0"/>
                          </a:rPr>
                          <m:t>𝜃</m:t>
                        </m:r>
                      </m:e>
                    </m:acc>
                    <m:r>
                      <a:rPr lang="en-GB" sz="2800" b="0" i="1" smtClean="0">
                        <a:latin typeface="Cambria Math" panose="02040503050406030204" pitchFamily="18" charset="0"/>
                        <a:ea typeface="Cambria Math" panose="02040503050406030204" pitchFamily="18" charset="0"/>
                      </a:rPr>
                      <m:t>(</m:t>
                    </m:r>
                    <m:r>
                      <a:rPr lang="en-GB" sz="2800" b="0" i="1" smtClean="0">
                        <a:latin typeface="Cambria Math" panose="02040503050406030204" pitchFamily="18" charset="0"/>
                        <a:ea typeface="Cambria Math" panose="02040503050406030204" pitchFamily="18" charset="0"/>
                      </a:rPr>
                      <m:t>𝑡</m:t>
                    </m:r>
                    <m:r>
                      <a:rPr lang="en-GB" sz="2800" b="0" i="1" smtClean="0">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𝑎</m:t>
                        </m:r>
                      </m:e>
                      <m:sub>
                        <m:r>
                          <a:rPr lang="en-GB" sz="2800" i="1">
                            <a:latin typeface="Cambria Math" panose="02040503050406030204" pitchFamily="18" charset="0"/>
                            <a:ea typeface="Cambria Math" panose="02040503050406030204" pitchFamily="18" charset="0"/>
                          </a:rPr>
                          <m:t>1</m:t>
                        </m:r>
                      </m:sub>
                    </m:sSub>
                    <m:r>
                      <a:rPr lang="en-GB" sz="2800" i="1">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r>
                          <a:rPr lang="en-GB" sz="2800" b="0" i="1" smtClean="0">
                            <a:latin typeface="Cambria Math" panose="02040503050406030204" pitchFamily="18" charset="0"/>
                            <a:ea typeface="Cambria Math" panose="02040503050406030204" pitchFamily="18" charset="0"/>
                          </a:rPr>
                          <m:t>2</m:t>
                        </m:r>
                        <m:r>
                          <a:rPr lang="en-GB" sz="2800" i="1">
                            <a:latin typeface="Cambria Math" panose="02040503050406030204" pitchFamily="18" charset="0"/>
                            <a:ea typeface="Cambria Math" panose="02040503050406030204" pitchFamily="18" charset="0"/>
                          </a:rPr>
                          <m:t>𝑎</m:t>
                        </m:r>
                      </m:e>
                      <m:sub>
                        <m:r>
                          <a:rPr lang="en-GB" sz="2800" i="1">
                            <a:latin typeface="Cambria Math" panose="02040503050406030204" pitchFamily="18" charset="0"/>
                            <a:ea typeface="Cambria Math" panose="02040503050406030204" pitchFamily="18" charset="0"/>
                          </a:rPr>
                          <m:t>2</m:t>
                        </m:r>
                      </m:sub>
                    </m:sSub>
                    <m:r>
                      <a:rPr lang="en-GB" sz="2800" b="0" i="1" smtClean="0">
                        <a:latin typeface="Cambria Math" panose="02040503050406030204" pitchFamily="18" charset="0"/>
                        <a:ea typeface="Cambria Math" panose="02040503050406030204" pitchFamily="18" charset="0"/>
                      </a:rPr>
                      <m:t>𝑡</m:t>
                    </m:r>
                    <m:r>
                      <a:rPr lang="en-GB" sz="2800" i="1">
                        <a:latin typeface="Cambria Math" panose="02040503050406030204" pitchFamily="18" charset="0"/>
                        <a:ea typeface="Cambria Math" panose="02040503050406030204" pitchFamily="18" charset="0"/>
                      </a:rPr>
                      <m:t>+</m:t>
                    </m:r>
                    <m:r>
                      <a:rPr lang="en-GB" sz="2800" b="0" i="1" smtClean="0">
                        <a:latin typeface="Cambria Math" panose="02040503050406030204" pitchFamily="18" charset="0"/>
                        <a:ea typeface="Cambria Math" panose="02040503050406030204" pitchFamily="18" charset="0"/>
                      </a:rPr>
                      <m:t>3</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𝑎</m:t>
                        </m:r>
                      </m:e>
                      <m:sub>
                        <m:r>
                          <a:rPr lang="en-GB" sz="2800" i="1">
                            <a:latin typeface="Cambria Math" panose="02040503050406030204" pitchFamily="18" charset="0"/>
                            <a:ea typeface="Cambria Math" panose="02040503050406030204" pitchFamily="18" charset="0"/>
                          </a:rPr>
                          <m:t>3</m:t>
                        </m:r>
                      </m:sub>
                    </m:sSub>
                    <m:sSup>
                      <m:sSupPr>
                        <m:ctrlPr>
                          <a:rPr lang="en-GB" sz="2800" i="1">
                            <a:latin typeface="Cambria Math" panose="02040503050406030204" pitchFamily="18" charset="0"/>
                            <a:ea typeface="Cambria Math" panose="02040503050406030204" pitchFamily="18" charset="0"/>
                          </a:rPr>
                        </m:ctrlPr>
                      </m:sSupPr>
                      <m:e>
                        <m:r>
                          <a:rPr lang="en-GB" sz="2800" i="1">
                            <a:latin typeface="Cambria Math" panose="02040503050406030204" pitchFamily="18" charset="0"/>
                            <a:ea typeface="Cambria Math" panose="02040503050406030204" pitchFamily="18" charset="0"/>
                          </a:rPr>
                          <m:t>𝑡</m:t>
                        </m:r>
                      </m:e>
                      <m:sup>
                        <m:r>
                          <a:rPr lang="en-GB" sz="2800" b="0" i="1" smtClean="0">
                            <a:latin typeface="Cambria Math" panose="02040503050406030204" pitchFamily="18" charset="0"/>
                            <a:ea typeface="Cambria Math" panose="02040503050406030204" pitchFamily="18" charset="0"/>
                          </a:rPr>
                          <m:t>2</m:t>
                        </m:r>
                      </m:sup>
                    </m:sSup>
                  </m:oMath>
                </a14:m>
                <a:endParaRPr lang="fr-FR" sz="2800"/>
              </a:p>
              <a:p>
                <a:pPr marL="457200" indent="-457200" algn="l">
                  <a:buFont typeface="Arial" panose="020B0604020202020204" pitchFamily="34" charset="0"/>
                  <a:buChar char="•"/>
                </a:pPr>
                <a14:m>
                  <m:oMath xmlns:m="http://schemas.openxmlformats.org/officeDocument/2006/math">
                    <m:acc>
                      <m:accPr>
                        <m:chr m:val="̈"/>
                        <m:ctrlPr>
                          <a:rPr lang="en-GB" sz="2800" i="1" smtClean="0">
                            <a:latin typeface="Cambria Math" panose="02040503050406030204" pitchFamily="18" charset="0"/>
                            <a:ea typeface="Cambria Math" panose="02040503050406030204" pitchFamily="18" charset="0"/>
                          </a:rPr>
                        </m:ctrlPr>
                      </m:accPr>
                      <m:e>
                        <m:r>
                          <a:rPr lang="en-GB" sz="2800" i="1">
                            <a:latin typeface="Cambria Math" panose="02040503050406030204" pitchFamily="18" charset="0"/>
                            <a:ea typeface="Cambria Math" panose="02040503050406030204" pitchFamily="18" charset="0"/>
                          </a:rPr>
                          <m:t>𝜃</m:t>
                        </m:r>
                      </m:e>
                    </m:acc>
                    <m:r>
                      <a:rPr lang="en-GB" sz="2800" b="0" i="1" smtClean="0">
                        <a:latin typeface="Cambria Math" panose="02040503050406030204" pitchFamily="18" charset="0"/>
                        <a:ea typeface="Cambria Math" panose="02040503050406030204" pitchFamily="18" charset="0"/>
                      </a:rPr>
                      <m:t>(</m:t>
                    </m:r>
                    <m:r>
                      <a:rPr lang="en-GB" sz="2800" b="0" i="1" smtClean="0">
                        <a:latin typeface="Cambria Math" panose="02040503050406030204" pitchFamily="18" charset="0"/>
                        <a:ea typeface="Cambria Math" panose="02040503050406030204" pitchFamily="18" charset="0"/>
                      </a:rPr>
                      <m:t>𝑡</m:t>
                    </m:r>
                    <m:r>
                      <a:rPr lang="en-GB" sz="2800" b="0" i="1" smtClean="0">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2</m:t>
                        </m:r>
                        <m:r>
                          <a:rPr lang="en-GB" sz="2800" i="1">
                            <a:latin typeface="Cambria Math" panose="02040503050406030204" pitchFamily="18" charset="0"/>
                            <a:ea typeface="Cambria Math" panose="02040503050406030204" pitchFamily="18" charset="0"/>
                          </a:rPr>
                          <m:t>𝑎</m:t>
                        </m:r>
                      </m:e>
                      <m:sub>
                        <m:r>
                          <a:rPr lang="en-GB" sz="2800" i="1">
                            <a:latin typeface="Cambria Math" panose="02040503050406030204" pitchFamily="18" charset="0"/>
                            <a:ea typeface="Cambria Math" panose="02040503050406030204" pitchFamily="18" charset="0"/>
                          </a:rPr>
                          <m:t>2</m:t>
                        </m:r>
                      </m:sub>
                    </m:sSub>
                    <m:r>
                      <a:rPr lang="en-GB" sz="2800" i="1">
                        <a:latin typeface="Cambria Math" panose="02040503050406030204" pitchFamily="18" charset="0"/>
                        <a:ea typeface="Cambria Math" panose="02040503050406030204" pitchFamily="18" charset="0"/>
                      </a:rPr>
                      <m:t>+</m:t>
                    </m:r>
                    <m:r>
                      <a:rPr lang="en-GB" sz="2800" b="0" i="1" smtClean="0">
                        <a:latin typeface="Cambria Math" panose="02040503050406030204" pitchFamily="18" charset="0"/>
                        <a:ea typeface="Cambria Math" panose="02040503050406030204" pitchFamily="18" charset="0"/>
                      </a:rPr>
                      <m:t>6</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𝑎</m:t>
                        </m:r>
                      </m:e>
                      <m:sub>
                        <m:r>
                          <a:rPr lang="en-GB" sz="2800" i="1">
                            <a:latin typeface="Cambria Math" panose="02040503050406030204" pitchFamily="18" charset="0"/>
                            <a:ea typeface="Cambria Math" panose="02040503050406030204" pitchFamily="18" charset="0"/>
                          </a:rPr>
                          <m:t>3</m:t>
                        </m:r>
                      </m:sub>
                    </m:sSub>
                    <m:sSup>
                      <m:sSupPr>
                        <m:ctrlPr>
                          <a:rPr lang="en-GB" sz="2800" b="0" i="1" smtClean="0">
                            <a:latin typeface="Cambria Math" panose="02040503050406030204" pitchFamily="18" charset="0"/>
                            <a:ea typeface="Cambria Math" panose="02040503050406030204" pitchFamily="18" charset="0"/>
                          </a:rPr>
                        </m:ctrlPr>
                      </m:sSupPr>
                      <m:e>
                        <m:r>
                          <a:rPr lang="en-GB" sz="2800" b="0" i="1" smtClean="0">
                            <a:latin typeface="Cambria Math" panose="02040503050406030204" pitchFamily="18" charset="0"/>
                            <a:ea typeface="Cambria Math" panose="02040503050406030204" pitchFamily="18" charset="0"/>
                          </a:rPr>
                          <m:t>𝑡</m:t>
                        </m:r>
                      </m:e>
                      <m:sup>
                        <m:r>
                          <a:rPr lang="en-GB" sz="2800" b="0" i="1" smtClean="0">
                            <a:latin typeface="Cambria Math" panose="02040503050406030204" pitchFamily="18" charset="0"/>
                            <a:ea typeface="Cambria Math" panose="02040503050406030204" pitchFamily="18" charset="0"/>
                          </a:rPr>
                          <m:t>2</m:t>
                        </m:r>
                      </m:sup>
                    </m:sSup>
                  </m:oMath>
                </a14:m>
                <a:endParaRPr lang="fr-FR" sz="2800"/>
              </a:p>
            </p:txBody>
          </p:sp>
        </mc:Choice>
        <mc:Fallback>
          <p:sp>
            <p:nvSpPr>
              <p:cNvPr id="5" name="Subtitle 4"/>
              <p:cNvSpPr>
                <a:spLocks noGrp="1" noRot="1" noChangeAspect="1" noMove="1" noResize="1" noEditPoints="1" noAdjustHandles="1" noChangeArrowheads="1" noChangeShapeType="1" noTextEdit="1"/>
              </p:cNvSpPr>
              <p:nvPr>
                <p:ph type="subTitle" idx="1"/>
              </p:nvPr>
            </p:nvSpPr>
            <p:spPr>
              <a:xfrm>
                <a:off x="4283885" y="1844243"/>
                <a:ext cx="5967042" cy="1693817"/>
              </a:xfrm>
              <a:blipFill>
                <a:blip r:embed="rId2"/>
                <a:stretch>
                  <a:fillRect/>
                </a:stretch>
              </a:blipFill>
            </p:spPr>
            <p:txBody>
              <a:bodyPr/>
              <a:lstStyle/>
              <a:p>
                <a:r>
                  <a:rPr lang="en-US">
                    <a:noFill/>
                  </a:rPr>
                  <a:t> </a:t>
                </a:r>
              </a:p>
            </p:txBody>
          </p:sp>
        </mc:Fallback>
      </mc:AlternateContent>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564718" y="742434"/>
            <a:ext cx="3343416" cy="523220"/>
          </a:xfrm>
          <a:prstGeom prst="rect">
            <a:avLst/>
          </a:prstGeom>
        </p:spPr>
        <p:txBody>
          <a:bodyPr wrap="none">
            <a:spAutoFit/>
          </a:bodyPr>
          <a:lstStyle/>
          <a:p>
            <a:r>
              <a:rPr lang="en-GB" sz="2800"/>
              <a:t>Solution : Polynomial </a:t>
            </a:r>
            <a:endParaRPr lang="fr-FR" sz="2800"/>
          </a:p>
        </p:txBody>
      </p:sp>
      <p:sp>
        <p:nvSpPr>
          <p:cNvPr id="2" name="TextBox 1"/>
          <p:cNvSpPr txBox="1"/>
          <p:nvPr/>
        </p:nvSpPr>
        <p:spPr>
          <a:xfrm>
            <a:off x="1373574" y="1841235"/>
            <a:ext cx="1226618" cy="461665"/>
          </a:xfrm>
          <a:prstGeom prst="rect">
            <a:avLst/>
          </a:prstGeom>
          <a:noFill/>
        </p:spPr>
        <p:txBody>
          <a:bodyPr wrap="none" rtlCol="0">
            <a:spAutoFit/>
          </a:bodyPr>
          <a:lstStyle/>
          <a:p>
            <a:r>
              <a:rPr lang="en-GB" sz="2400" b="1"/>
              <a:t>Position</a:t>
            </a:r>
          </a:p>
        </p:txBody>
      </p:sp>
      <p:sp>
        <p:nvSpPr>
          <p:cNvPr id="8" name="TextBox 7"/>
          <p:cNvSpPr txBox="1"/>
          <p:nvPr/>
        </p:nvSpPr>
        <p:spPr>
          <a:xfrm>
            <a:off x="1373575" y="2429538"/>
            <a:ext cx="971741" cy="461665"/>
          </a:xfrm>
          <a:prstGeom prst="rect">
            <a:avLst/>
          </a:prstGeom>
          <a:noFill/>
        </p:spPr>
        <p:txBody>
          <a:bodyPr wrap="none" rtlCol="0">
            <a:spAutoFit/>
          </a:bodyPr>
          <a:lstStyle/>
          <a:p>
            <a:r>
              <a:rPr lang="en-GB" sz="2400" b="1"/>
              <a:t>Speed</a:t>
            </a:r>
          </a:p>
        </p:txBody>
      </p:sp>
      <p:sp>
        <p:nvSpPr>
          <p:cNvPr id="9" name="TextBox 8"/>
          <p:cNvSpPr txBox="1"/>
          <p:nvPr/>
        </p:nvSpPr>
        <p:spPr>
          <a:xfrm>
            <a:off x="1373574" y="2929562"/>
            <a:ext cx="1778051" cy="461665"/>
          </a:xfrm>
          <a:prstGeom prst="rect">
            <a:avLst/>
          </a:prstGeom>
          <a:noFill/>
        </p:spPr>
        <p:txBody>
          <a:bodyPr wrap="none" rtlCol="0">
            <a:spAutoFit/>
          </a:bodyPr>
          <a:lstStyle/>
          <a:p>
            <a:r>
              <a:rPr lang="en-GB" sz="2400" b="1"/>
              <a:t>Acceleration</a:t>
            </a:r>
          </a:p>
        </p:txBody>
      </p:sp>
      <mc:AlternateContent xmlns:mc="http://schemas.openxmlformats.org/markup-compatibility/2006">
        <mc:Choice xmlns:a14="http://schemas.microsoft.com/office/drawing/2010/main" Requires="a14">
          <p:sp>
            <p:nvSpPr>
              <p:cNvPr id="3" name="Rectangle 2"/>
              <p:cNvSpPr/>
              <p:nvPr/>
            </p:nvSpPr>
            <p:spPr>
              <a:xfrm>
                <a:off x="1358335" y="4101290"/>
                <a:ext cx="8641177" cy="1484830"/>
              </a:xfrm>
              <a:prstGeom prst="rect">
                <a:avLst/>
              </a:prstGeom>
            </p:spPr>
            <p:txBody>
              <a:bodyPr wrap="square">
                <a:spAutoFit/>
              </a:bodyPr>
              <a:lstStyle/>
              <a:p>
                <a:r>
                  <a:rPr lang="en-GB" sz="2800">
                    <a:ea typeface="Cambria Math" panose="02040503050406030204" pitchFamily="18" charset="0"/>
                  </a:rPr>
                  <a:t>at time initial </a:t>
                </a:r>
                <a14:m>
                  <m:oMath xmlns:m="http://schemas.openxmlformats.org/officeDocument/2006/math">
                    <m:r>
                      <a:rPr lang="en-GB" sz="2800" i="1" dirty="0" smtClean="0">
                        <a:latin typeface="Cambria Math" panose="02040503050406030204" pitchFamily="18" charset="0"/>
                        <a:ea typeface="Cambria Math" panose="02040503050406030204" pitchFamily="18" charset="0"/>
                      </a:rPr>
                      <m:t>𝑡</m:t>
                    </m:r>
                    <m:r>
                      <a:rPr lang="en-GB" sz="2800" i="1" dirty="0" smtClean="0">
                        <a:latin typeface="Cambria Math" panose="02040503050406030204" pitchFamily="18" charset="0"/>
                        <a:ea typeface="Cambria Math" panose="02040503050406030204" pitchFamily="18" charset="0"/>
                      </a:rPr>
                      <m:t>=0</m:t>
                    </m:r>
                  </m:oMath>
                </a14:m>
                <a:r>
                  <a:rPr lang="en-GB" sz="2800">
                    <a:ea typeface="Cambria Math" panose="02040503050406030204" pitchFamily="18" charset="0"/>
                  </a:rPr>
                  <a:t>, position is: </a:t>
                </a:r>
                <a14:m>
                  <m:oMath xmlns:m="http://schemas.openxmlformats.org/officeDocument/2006/math">
                    <m:r>
                      <a:rPr lang="en-GB" sz="2800" b="0" i="0" smtClean="0">
                        <a:latin typeface="Cambria Math" panose="02040503050406030204" pitchFamily="18" charset="0"/>
                        <a:ea typeface="Cambria Math" panose="02040503050406030204" pitchFamily="18" charset="0"/>
                      </a:rPr>
                      <m:t>  </m:t>
                    </m:r>
                    <m:r>
                      <a:rPr lang="en-GB" sz="2800" i="1">
                        <a:latin typeface="Cambria Math" panose="02040503050406030204" pitchFamily="18" charset="0"/>
                        <a:ea typeface="Cambria Math" panose="02040503050406030204" pitchFamily="18" charset="0"/>
                      </a:rPr>
                      <m:t>𝜃</m:t>
                    </m:r>
                    <m:d>
                      <m:dPr>
                        <m:ctrlPr>
                          <a:rPr lang="en-GB" sz="2800" i="1">
                            <a:latin typeface="Cambria Math" panose="02040503050406030204" pitchFamily="18" charset="0"/>
                            <a:ea typeface="Cambria Math" panose="02040503050406030204" pitchFamily="18" charset="0"/>
                          </a:rPr>
                        </m:ctrlPr>
                      </m:dPr>
                      <m:e>
                        <m:r>
                          <a:rPr lang="en-GB" sz="2800" i="1">
                            <a:latin typeface="Cambria Math" panose="02040503050406030204" pitchFamily="18" charset="0"/>
                            <a:ea typeface="Cambria Math" panose="02040503050406030204" pitchFamily="18" charset="0"/>
                          </a:rPr>
                          <m:t>0</m:t>
                        </m:r>
                      </m:e>
                    </m:d>
                    <m:r>
                      <a:rPr lang="en-GB" sz="2800" i="1">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𝜃</m:t>
                        </m:r>
                      </m:e>
                      <m:sub>
                        <m:r>
                          <a:rPr lang="en-GB" sz="2800" i="1">
                            <a:latin typeface="Cambria Math" panose="02040503050406030204" pitchFamily="18" charset="0"/>
                            <a:ea typeface="Cambria Math" panose="02040503050406030204" pitchFamily="18" charset="0"/>
                          </a:rPr>
                          <m:t>1</m:t>
                        </m:r>
                      </m:sub>
                    </m:sSub>
                  </m:oMath>
                </a14:m>
                <a:r>
                  <a:rPr lang="en-GB" sz="2800">
                    <a:ea typeface="Cambria Math" panose="02040503050406030204" pitchFamily="18" charset="0"/>
                  </a:rPr>
                  <a:t> (start angle)</a:t>
                </a:r>
              </a:p>
              <a:p>
                <a:r>
                  <a:rPr lang="en-GB" sz="2800">
                    <a:ea typeface="Cambria Math" panose="02040503050406030204" pitchFamily="18" charset="0"/>
                  </a:rPr>
                  <a:t>at time final </a:t>
                </a:r>
                <a14:m>
                  <m:oMath xmlns:m="http://schemas.openxmlformats.org/officeDocument/2006/math">
                    <m:r>
                      <a:rPr lang="en-GB" sz="2800" i="1" dirty="0">
                        <a:latin typeface="Cambria Math" panose="02040503050406030204" pitchFamily="18" charset="0"/>
                        <a:ea typeface="Cambria Math" panose="02040503050406030204" pitchFamily="18" charset="0"/>
                      </a:rPr>
                      <m:t>𝑡</m:t>
                    </m:r>
                    <m:r>
                      <a:rPr lang="en-GB" sz="2800" i="1" dirty="0">
                        <a:latin typeface="Cambria Math" panose="02040503050406030204" pitchFamily="18" charset="0"/>
                        <a:ea typeface="Cambria Math" panose="02040503050406030204" pitchFamily="18" charset="0"/>
                      </a:rPr>
                      <m:t>=</m:t>
                    </m:r>
                    <m:r>
                      <a:rPr lang="en-GB" sz="2800" i="1" dirty="0" err="1">
                        <a:latin typeface="Cambria Math" panose="02040503050406030204" pitchFamily="18" charset="0"/>
                        <a:ea typeface="Cambria Math" panose="02040503050406030204" pitchFamily="18" charset="0"/>
                      </a:rPr>
                      <m:t>𝑡</m:t>
                    </m:r>
                    <m:r>
                      <a:rPr lang="en-GB" sz="2800" i="1" baseline="-25000" dirty="0" err="1">
                        <a:latin typeface="Cambria Math" panose="02040503050406030204" pitchFamily="18" charset="0"/>
                        <a:ea typeface="Cambria Math" panose="02040503050406030204" pitchFamily="18" charset="0"/>
                      </a:rPr>
                      <m:t>𝑓</m:t>
                    </m:r>
                  </m:oMath>
                </a14:m>
                <a:r>
                  <a:rPr lang="en-GB" sz="2800">
                    <a:ea typeface="Cambria Math" panose="02040503050406030204" pitchFamily="18" charset="0"/>
                  </a:rPr>
                  <a:t>, position is:</a:t>
                </a:r>
                <a14:m>
                  <m:oMath xmlns:m="http://schemas.openxmlformats.org/officeDocument/2006/math">
                    <m:r>
                      <a:rPr lang="en-GB" sz="2800">
                        <a:latin typeface="Cambria Math" panose="02040503050406030204" pitchFamily="18" charset="0"/>
                        <a:ea typeface="Cambria Math" panose="02040503050406030204" pitchFamily="18" charset="0"/>
                      </a:rPr>
                      <m:t> </m:t>
                    </m:r>
                    <m:r>
                      <a:rPr lang="en-GB" sz="2800" b="0" i="1" smtClean="0">
                        <a:latin typeface="Cambria Math" panose="02040503050406030204" pitchFamily="18" charset="0"/>
                        <a:ea typeface="Cambria Math" panose="02040503050406030204" pitchFamily="18" charset="0"/>
                      </a:rPr>
                      <m:t>   </m:t>
                    </m:r>
                    <m:r>
                      <a:rPr lang="en-GB" sz="2800" i="1">
                        <a:latin typeface="Cambria Math" panose="02040503050406030204" pitchFamily="18" charset="0"/>
                        <a:ea typeface="Cambria Math" panose="02040503050406030204" pitchFamily="18" charset="0"/>
                      </a:rPr>
                      <m:t>𝜃</m:t>
                    </m:r>
                    <m:r>
                      <a:rPr lang="en-GB" sz="2800" i="1">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𝑡</m:t>
                        </m:r>
                      </m:e>
                      <m:sub>
                        <m:r>
                          <a:rPr lang="en-GB" sz="2800" i="1">
                            <a:latin typeface="Cambria Math" panose="02040503050406030204" pitchFamily="18" charset="0"/>
                            <a:ea typeface="Cambria Math" panose="02040503050406030204" pitchFamily="18" charset="0"/>
                          </a:rPr>
                          <m:t>𝑓</m:t>
                        </m:r>
                      </m:sub>
                    </m:sSub>
                    <m:r>
                      <a:rPr lang="en-GB" sz="2800" i="1">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𝜃</m:t>
                        </m:r>
                      </m:e>
                      <m:sub>
                        <m:r>
                          <a:rPr lang="en-GB" sz="2800" i="1">
                            <a:latin typeface="Cambria Math" panose="02040503050406030204" pitchFamily="18" charset="0"/>
                            <a:ea typeface="Cambria Math" panose="02040503050406030204" pitchFamily="18" charset="0"/>
                          </a:rPr>
                          <m:t>2</m:t>
                        </m:r>
                      </m:sub>
                    </m:sSub>
                  </m:oMath>
                </a14:m>
                <a:r>
                  <a:rPr lang="fr-FR" sz="2800"/>
                  <a:t> (end angle)</a:t>
                </a:r>
              </a:p>
              <a:p>
                <a:r>
                  <a:rPr lang="en-GB" sz="2800">
                    <a:ea typeface="Cambria Math" panose="02040503050406030204" pitchFamily="18" charset="0"/>
                  </a:rPr>
                  <a:t>at time </a:t>
                </a:r>
                <a14:m>
                  <m:oMath xmlns:m="http://schemas.openxmlformats.org/officeDocument/2006/math">
                    <m:r>
                      <a:rPr lang="en-GB" sz="2800" i="1">
                        <a:latin typeface="Cambria Math" panose="02040503050406030204" pitchFamily="18" charset="0"/>
                        <a:ea typeface="Cambria Math" panose="02040503050406030204" pitchFamily="18" charset="0"/>
                      </a:rPr>
                      <m:t>𝑡</m:t>
                    </m:r>
                    <m:r>
                      <a:rPr lang="en-GB" sz="2800" i="1">
                        <a:latin typeface="Cambria Math" panose="02040503050406030204" pitchFamily="18" charset="0"/>
                        <a:ea typeface="Cambria Math" panose="02040503050406030204" pitchFamily="18" charset="0"/>
                      </a:rPr>
                      <m:t>=0, </m:t>
                    </m:r>
                    <m:r>
                      <a:rPr lang="en-GB" sz="2800" i="1">
                        <a:latin typeface="Cambria Math" panose="02040503050406030204" pitchFamily="18" charset="0"/>
                        <a:ea typeface="Cambria Math" panose="02040503050406030204" pitchFamily="18" charset="0"/>
                      </a:rPr>
                      <m:t>𝑡</m:t>
                    </m:r>
                    <m:r>
                      <a:rPr lang="en-GB" sz="2800" i="1">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𝑡</m:t>
                        </m:r>
                      </m:e>
                      <m:sub>
                        <m:r>
                          <a:rPr lang="en-GB" sz="2800" i="1">
                            <a:latin typeface="Cambria Math" panose="02040503050406030204" pitchFamily="18" charset="0"/>
                            <a:ea typeface="Cambria Math" panose="02040503050406030204" pitchFamily="18" charset="0"/>
                          </a:rPr>
                          <m:t>𝑓</m:t>
                        </m:r>
                      </m:sub>
                    </m:sSub>
                  </m:oMath>
                </a14:m>
                <a:r>
                  <a:rPr lang="en-GB" sz="2800"/>
                  <a:t>, speed is:    </a:t>
                </a:r>
                <a14:m>
                  <m:oMath xmlns:m="http://schemas.openxmlformats.org/officeDocument/2006/math">
                    <m:acc>
                      <m:accPr>
                        <m:chr m:val="̇"/>
                        <m:ctrlPr>
                          <a:rPr lang="en-GB" sz="2800" i="1">
                            <a:latin typeface="Cambria Math" panose="02040503050406030204" pitchFamily="18" charset="0"/>
                            <a:ea typeface="Cambria Math" panose="02040503050406030204" pitchFamily="18" charset="0"/>
                          </a:rPr>
                        </m:ctrlPr>
                      </m:accPr>
                      <m:e>
                        <m:r>
                          <a:rPr lang="en-GB" sz="2800" i="1">
                            <a:latin typeface="Cambria Math" panose="02040503050406030204" pitchFamily="18" charset="0"/>
                            <a:ea typeface="Cambria Math" panose="02040503050406030204" pitchFamily="18" charset="0"/>
                          </a:rPr>
                          <m:t>𝜃</m:t>
                        </m:r>
                      </m:e>
                    </m:acc>
                    <m:d>
                      <m:dPr>
                        <m:ctrlPr>
                          <a:rPr lang="en-GB" sz="2800" i="1">
                            <a:latin typeface="Cambria Math" panose="02040503050406030204" pitchFamily="18" charset="0"/>
                            <a:ea typeface="Cambria Math" panose="02040503050406030204" pitchFamily="18" charset="0"/>
                          </a:rPr>
                        </m:ctrlPr>
                      </m:dPr>
                      <m:e>
                        <m:r>
                          <a:rPr lang="en-GB" sz="2800" i="1">
                            <a:latin typeface="Cambria Math" panose="02040503050406030204" pitchFamily="18" charset="0"/>
                            <a:ea typeface="Cambria Math" panose="02040503050406030204" pitchFamily="18" charset="0"/>
                          </a:rPr>
                          <m:t>0</m:t>
                        </m:r>
                      </m:e>
                    </m:d>
                    <m:r>
                      <a:rPr lang="en-GB" sz="2800" i="1">
                        <a:latin typeface="Cambria Math" panose="02040503050406030204" pitchFamily="18" charset="0"/>
                        <a:ea typeface="Cambria Math" panose="02040503050406030204" pitchFamily="18" charset="0"/>
                      </a:rPr>
                      <m:t>=</m:t>
                    </m:r>
                    <m:acc>
                      <m:accPr>
                        <m:chr m:val="̇"/>
                        <m:ctrlPr>
                          <a:rPr lang="en-GB" sz="2800" i="1">
                            <a:latin typeface="Cambria Math" panose="02040503050406030204" pitchFamily="18" charset="0"/>
                            <a:ea typeface="Cambria Math" panose="02040503050406030204" pitchFamily="18" charset="0"/>
                          </a:rPr>
                        </m:ctrlPr>
                      </m:accPr>
                      <m:e>
                        <m:r>
                          <a:rPr lang="en-GB" sz="2800" i="1">
                            <a:latin typeface="Cambria Math" panose="02040503050406030204" pitchFamily="18" charset="0"/>
                            <a:ea typeface="Cambria Math" panose="02040503050406030204" pitchFamily="18" charset="0"/>
                          </a:rPr>
                          <m:t>𝜃</m:t>
                        </m:r>
                      </m:e>
                    </m:acc>
                    <m:d>
                      <m:dPr>
                        <m:ctrlPr>
                          <a:rPr lang="en-GB" sz="2800" i="1">
                            <a:latin typeface="Cambria Math" panose="02040503050406030204" pitchFamily="18" charset="0"/>
                            <a:ea typeface="Cambria Math" panose="02040503050406030204" pitchFamily="18" charset="0"/>
                          </a:rPr>
                        </m:ctrlPr>
                      </m:dPr>
                      <m:e>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𝑡</m:t>
                            </m:r>
                          </m:e>
                          <m:sub>
                            <m:r>
                              <a:rPr lang="en-GB" sz="2800" i="1">
                                <a:latin typeface="Cambria Math" panose="02040503050406030204" pitchFamily="18" charset="0"/>
                                <a:ea typeface="Cambria Math" panose="02040503050406030204" pitchFamily="18" charset="0"/>
                              </a:rPr>
                              <m:t>𝑓</m:t>
                            </m:r>
                          </m:sub>
                        </m:sSub>
                      </m:e>
                    </m:d>
                    <m:r>
                      <a:rPr lang="en-GB" sz="2800" i="1">
                        <a:latin typeface="Cambria Math" panose="02040503050406030204" pitchFamily="18" charset="0"/>
                        <a:ea typeface="Cambria Math" panose="02040503050406030204" pitchFamily="18" charset="0"/>
                      </a:rPr>
                      <m:t>=0</m:t>
                    </m:r>
                  </m:oMath>
                </a14:m>
                <a:endParaRPr lang="fr-FR" sz="2800"/>
              </a:p>
            </p:txBody>
          </p:sp>
        </mc:Choice>
        <mc:Fallback>
          <p:sp>
            <p:nvSpPr>
              <p:cNvPr id="3" name="Rectangle 2"/>
              <p:cNvSpPr>
                <a:spLocks noRot="1" noChangeAspect="1" noMove="1" noResize="1" noEditPoints="1" noAdjustHandles="1" noChangeArrowheads="1" noChangeShapeType="1" noTextEdit="1"/>
              </p:cNvSpPr>
              <p:nvPr/>
            </p:nvSpPr>
            <p:spPr>
              <a:xfrm>
                <a:off x="1358335" y="4101290"/>
                <a:ext cx="8641177" cy="1484830"/>
              </a:xfrm>
              <a:prstGeom prst="rect">
                <a:avLst/>
              </a:prstGeom>
              <a:blipFill>
                <a:blip r:embed="rId3"/>
                <a:stretch>
                  <a:fillRect l="-1482" t="-4115" b="-9053"/>
                </a:stretch>
              </a:blipFill>
            </p:spPr>
            <p:txBody>
              <a:bodyPr/>
              <a:lstStyle/>
              <a:p>
                <a:r>
                  <a:rPr lang="en-US">
                    <a:noFill/>
                  </a:rPr>
                  <a:t> </a:t>
                </a:r>
              </a:p>
            </p:txBody>
          </p:sp>
        </mc:Fallback>
      </mc:AlternateContent>
      <p:grpSp>
        <p:nvGrpSpPr>
          <p:cNvPr id="17" name="Group 16">
            <a:extLst>
              <a:ext uri="{FF2B5EF4-FFF2-40B4-BE49-F238E27FC236}">
                <a16:creationId xmlns:a16="http://schemas.microsoft.com/office/drawing/2014/main" id="{83388B17-1355-D64C-AFAE-33A492EA4B7A}"/>
              </a:ext>
            </a:extLst>
          </p:cNvPr>
          <p:cNvGrpSpPr/>
          <p:nvPr/>
        </p:nvGrpSpPr>
        <p:grpSpPr>
          <a:xfrm>
            <a:off x="9477882" y="2090691"/>
            <a:ext cx="1546090" cy="1126756"/>
            <a:chOff x="10576878" y="2096844"/>
            <a:chExt cx="1546090" cy="1126756"/>
          </a:xfrm>
        </p:grpSpPr>
        <p:sp>
          <p:nvSpPr>
            <p:cNvPr id="13" name="Curved Left Arrow 12">
              <a:extLst>
                <a:ext uri="{FF2B5EF4-FFF2-40B4-BE49-F238E27FC236}">
                  <a16:creationId xmlns:a16="http://schemas.microsoft.com/office/drawing/2014/main" id="{A1AFFDAE-6D61-7541-8E31-AC926E91F672}"/>
                </a:ext>
              </a:extLst>
            </p:cNvPr>
            <p:cNvSpPr/>
            <p:nvPr/>
          </p:nvSpPr>
          <p:spPr>
            <a:xfrm>
              <a:off x="10576878" y="2096844"/>
              <a:ext cx="320512" cy="563526"/>
            </a:xfrm>
            <a:prstGeom prst="curved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 name="Curved Left Arrow 13">
              <a:extLst>
                <a:ext uri="{FF2B5EF4-FFF2-40B4-BE49-F238E27FC236}">
                  <a16:creationId xmlns:a16="http://schemas.microsoft.com/office/drawing/2014/main" id="{5CD9090B-6D44-F543-80A8-4A16AF6CBEB5}"/>
                </a:ext>
              </a:extLst>
            </p:cNvPr>
            <p:cNvSpPr/>
            <p:nvPr/>
          </p:nvSpPr>
          <p:spPr>
            <a:xfrm>
              <a:off x="10576878" y="2660074"/>
              <a:ext cx="320512" cy="563526"/>
            </a:xfrm>
            <a:prstGeom prst="curved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5" name="TextBox 14">
              <a:extLst>
                <a:ext uri="{FF2B5EF4-FFF2-40B4-BE49-F238E27FC236}">
                  <a16:creationId xmlns:a16="http://schemas.microsoft.com/office/drawing/2014/main" id="{C849743E-2DC2-D34D-BF88-3CE61E46F12B}"/>
                </a:ext>
              </a:extLst>
            </p:cNvPr>
            <p:cNvSpPr txBox="1"/>
            <p:nvPr/>
          </p:nvSpPr>
          <p:spPr>
            <a:xfrm>
              <a:off x="11011510" y="2143011"/>
              <a:ext cx="1111458" cy="369332"/>
            </a:xfrm>
            <a:prstGeom prst="rect">
              <a:avLst/>
            </a:prstGeom>
            <a:noFill/>
          </p:spPr>
          <p:txBody>
            <a:bodyPr wrap="none" rtlCol="0">
              <a:spAutoFit/>
            </a:bodyPr>
            <a:lstStyle/>
            <a:p>
              <a:r>
                <a:rPr lang="en-GB"/>
                <a:t>derivative</a:t>
              </a:r>
            </a:p>
          </p:txBody>
        </p:sp>
        <p:sp>
          <p:nvSpPr>
            <p:cNvPr id="16" name="TextBox 15">
              <a:extLst>
                <a:ext uri="{FF2B5EF4-FFF2-40B4-BE49-F238E27FC236}">
                  <a16:creationId xmlns:a16="http://schemas.microsoft.com/office/drawing/2014/main" id="{35298233-EF5A-D642-9A3C-A9924C3F7BD5}"/>
                </a:ext>
              </a:extLst>
            </p:cNvPr>
            <p:cNvSpPr txBox="1"/>
            <p:nvPr/>
          </p:nvSpPr>
          <p:spPr>
            <a:xfrm>
              <a:off x="11011510" y="2708924"/>
              <a:ext cx="1111458" cy="369332"/>
            </a:xfrm>
            <a:prstGeom prst="rect">
              <a:avLst/>
            </a:prstGeom>
            <a:noFill/>
          </p:spPr>
          <p:txBody>
            <a:bodyPr wrap="none" rtlCol="0">
              <a:spAutoFit/>
            </a:bodyPr>
            <a:lstStyle/>
            <a:p>
              <a:r>
                <a:rPr lang="en-GB"/>
                <a:t>derivative</a:t>
              </a:r>
            </a:p>
          </p:txBody>
        </p:sp>
      </p:grpSp>
    </p:spTree>
    <p:extLst>
      <p:ext uri="{BB962C8B-B14F-4D97-AF65-F5344CB8AC3E}">
        <p14:creationId xmlns:p14="http://schemas.microsoft.com/office/powerpoint/2010/main" val="32768980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mc:AlternateContent xmlns:mc="http://schemas.openxmlformats.org/markup-compatibility/2006">
        <mc:Choice xmlns:a14="http://schemas.microsoft.com/office/drawing/2010/main" Requires="a14">
          <p:sp>
            <p:nvSpPr>
              <p:cNvPr id="5" name="Subtitle 4"/>
              <p:cNvSpPr>
                <a:spLocks noGrp="1"/>
              </p:cNvSpPr>
              <p:nvPr>
                <p:ph type="subTitle" idx="1"/>
              </p:nvPr>
            </p:nvSpPr>
            <p:spPr>
              <a:xfrm>
                <a:off x="1933259" y="1428234"/>
                <a:ext cx="8696641" cy="4953516"/>
              </a:xfrm>
            </p:spPr>
            <p:txBody>
              <a:bodyPr>
                <a:normAutofit fontScale="85000" lnSpcReduction="20000"/>
              </a:bodyPr>
              <a:lstStyle/>
              <a:p>
                <a:pPr marL="457200" indent="-457200" algn="l">
                  <a:buFont typeface="Arial" panose="020B0604020202020204" pitchFamily="34" charset="0"/>
                  <a:buChar char="•"/>
                </a:pPr>
                <a14:m>
                  <m:oMath xmlns:m="http://schemas.openxmlformats.org/officeDocument/2006/math">
                    <m:sSub>
                      <m:sSubPr>
                        <m:ctrlPr>
                          <a:rPr lang="en-GB" sz="2800" i="1" smtClean="0">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𝑎</m:t>
                        </m:r>
                      </m:e>
                      <m:sub>
                        <m:r>
                          <a:rPr lang="en-GB" sz="2800" i="1">
                            <a:latin typeface="Cambria Math" panose="02040503050406030204" pitchFamily="18" charset="0"/>
                            <a:ea typeface="Cambria Math" panose="02040503050406030204" pitchFamily="18" charset="0"/>
                          </a:rPr>
                          <m:t>0</m:t>
                        </m:r>
                      </m:sub>
                    </m:sSub>
                    <m:r>
                      <a:rPr lang="en-GB" sz="2800" b="0" i="1" smtClean="0">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𝜃</m:t>
                        </m:r>
                      </m:e>
                      <m:sub>
                        <m:r>
                          <a:rPr lang="en-GB" sz="2800" i="1">
                            <a:latin typeface="Cambria Math" panose="02040503050406030204" pitchFamily="18" charset="0"/>
                            <a:ea typeface="Cambria Math" panose="02040503050406030204" pitchFamily="18" charset="0"/>
                          </a:rPr>
                          <m:t>1</m:t>
                        </m:r>
                      </m:sub>
                    </m:sSub>
                  </m:oMath>
                </a14:m>
                <a:r>
                  <a:rPr lang="en-GB" sz="2800" i="1">
                    <a:latin typeface="Cambria Math" panose="02040503050406030204" pitchFamily="18" charset="0"/>
                    <a:ea typeface="Cambria Math" panose="02040503050406030204" pitchFamily="18" charset="0"/>
                  </a:rPr>
                  <a:t> (initial angle)</a:t>
                </a:r>
              </a:p>
              <a:p>
                <a:pPr marL="457200" indent="-457200" algn="l">
                  <a:buFont typeface="Arial" panose="020B0604020202020204" pitchFamily="34" charset="0"/>
                  <a:buChar char="•"/>
                </a:pPr>
                <a14:m>
                  <m:oMath xmlns:m="http://schemas.openxmlformats.org/officeDocument/2006/math">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𝑎</m:t>
                        </m:r>
                      </m:e>
                      <m:sub>
                        <m:r>
                          <a:rPr lang="en-GB" sz="2800" b="0" i="1" smtClean="0">
                            <a:latin typeface="Cambria Math" panose="02040503050406030204" pitchFamily="18" charset="0"/>
                            <a:ea typeface="Cambria Math" panose="02040503050406030204" pitchFamily="18" charset="0"/>
                          </a:rPr>
                          <m:t>1</m:t>
                        </m:r>
                      </m:sub>
                    </m:sSub>
                    <m:r>
                      <a:rPr lang="en-GB" sz="2800" i="1">
                        <a:latin typeface="Cambria Math" panose="02040503050406030204" pitchFamily="18" charset="0"/>
                        <a:ea typeface="Cambria Math" panose="02040503050406030204" pitchFamily="18" charset="0"/>
                      </a:rPr>
                      <m:t>=</m:t>
                    </m:r>
                    <m:r>
                      <a:rPr lang="en-GB" sz="2800" b="0" i="1" smtClean="0">
                        <a:latin typeface="Cambria Math" panose="02040503050406030204" pitchFamily="18" charset="0"/>
                        <a:ea typeface="Cambria Math" panose="02040503050406030204" pitchFamily="18" charset="0"/>
                      </a:rPr>
                      <m:t>0</m:t>
                    </m:r>
                  </m:oMath>
                </a14:m>
                <a:r>
                  <a:rPr lang="en-GB" sz="2800" i="1">
                    <a:latin typeface="Cambria Math" panose="02040503050406030204" pitchFamily="18" charset="0"/>
                    <a:ea typeface="Cambria Math" panose="02040503050406030204" pitchFamily="18" charset="0"/>
                  </a:rPr>
                  <a:t> (initial speed)</a:t>
                </a:r>
              </a:p>
              <a:p>
                <a:pPr marL="457200" indent="-457200" algn="l">
                  <a:buFont typeface="Arial" panose="020B0604020202020204" pitchFamily="34" charset="0"/>
                  <a:buChar char="•"/>
                </a:pPr>
                <a14:m>
                  <m:oMath xmlns:m="http://schemas.openxmlformats.org/officeDocument/2006/math">
                    <m:sSub>
                      <m:sSubPr>
                        <m:ctrlPr>
                          <a:rPr lang="en-GB" sz="2800" i="1" smtClean="0">
                            <a:solidFill>
                              <a:schemeClr val="tx1"/>
                            </a:solidFill>
                            <a:latin typeface="Cambria Math" panose="02040503050406030204" pitchFamily="18" charset="0"/>
                            <a:ea typeface="Cambria Math" panose="02040503050406030204" pitchFamily="18" charset="0"/>
                          </a:rPr>
                        </m:ctrlPr>
                      </m:sSubPr>
                      <m:e>
                        <m:r>
                          <a:rPr lang="en-GB" sz="2800" i="1">
                            <a:solidFill>
                              <a:schemeClr val="tx1"/>
                            </a:solidFill>
                            <a:latin typeface="Cambria Math" panose="02040503050406030204" pitchFamily="18" charset="0"/>
                            <a:ea typeface="Cambria Math" panose="02040503050406030204" pitchFamily="18" charset="0"/>
                          </a:rPr>
                          <m:t>𝑎</m:t>
                        </m:r>
                      </m:e>
                      <m:sub>
                        <m:r>
                          <a:rPr lang="en-GB" sz="2800" b="0" i="1" smtClean="0">
                            <a:solidFill>
                              <a:schemeClr val="tx1"/>
                            </a:solidFill>
                            <a:latin typeface="Cambria Math" panose="02040503050406030204" pitchFamily="18" charset="0"/>
                            <a:ea typeface="Cambria Math" panose="02040503050406030204" pitchFamily="18" charset="0"/>
                          </a:rPr>
                          <m:t>2</m:t>
                        </m:r>
                      </m:sub>
                    </m:sSub>
                    <m:r>
                      <a:rPr lang="en-GB" sz="2800" i="1">
                        <a:solidFill>
                          <a:schemeClr val="tx1"/>
                        </a:solidFill>
                        <a:latin typeface="Cambria Math" panose="02040503050406030204" pitchFamily="18" charset="0"/>
                        <a:ea typeface="Cambria Math" panose="02040503050406030204" pitchFamily="18" charset="0"/>
                      </a:rPr>
                      <m:t>=</m:t>
                    </m:r>
                    <m:f>
                      <m:fPr>
                        <m:ctrlPr>
                          <a:rPr lang="en-GB" sz="2800" i="1">
                            <a:solidFill>
                              <a:schemeClr val="tx1"/>
                            </a:solidFill>
                            <a:latin typeface="Cambria Math" panose="02040503050406030204" pitchFamily="18" charset="0"/>
                            <a:ea typeface="Cambria Math" panose="02040503050406030204" pitchFamily="18" charset="0"/>
                          </a:rPr>
                        </m:ctrlPr>
                      </m:fPr>
                      <m:num>
                        <m:r>
                          <a:rPr lang="en-GB" sz="2800" i="1">
                            <a:solidFill>
                              <a:schemeClr val="tx1"/>
                            </a:solidFill>
                            <a:latin typeface="Cambria Math" panose="02040503050406030204" pitchFamily="18" charset="0"/>
                            <a:ea typeface="Cambria Math" panose="02040503050406030204" pitchFamily="18" charset="0"/>
                          </a:rPr>
                          <m:t>3</m:t>
                        </m:r>
                      </m:num>
                      <m:den>
                        <m:sSubSup>
                          <m:sSubSupPr>
                            <m:ctrlPr>
                              <a:rPr lang="en-GB" sz="2800" i="1">
                                <a:solidFill>
                                  <a:schemeClr val="tx1"/>
                                </a:solidFill>
                                <a:latin typeface="Cambria Math" panose="02040503050406030204" pitchFamily="18" charset="0"/>
                                <a:ea typeface="Cambria Math" panose="02040503050406030204" pitchFamily="18" charset="0"/>
                              </a:rPr>
                            </m:ctrlPr>
                          </m:sSubSupPr>
                          <m:e>
                            <m:r>
                              <a:rPr lang="en-GB" sz="2800" i="1">
                                <a:solidFill>
                                  <a:schemeClr val="tx1"/>
                                </a:solidFill>
                                <a:latin typeface="Cambria Math" panose="02040503050406030204" pitchFamily="18" charset="0"/>
                                <a:ea typeface="Cambria Math" panose="02040503050406030204" pitchFamily="18" charset="0"/>
                              </a:rPr>
                              <m:t>𝑡</m:t>
                            </m:r>
                          </m:e>
                          <m:sub>
                            <m:r>
                              <a:rPr lang="en-GB" sz="2800" i="1">
                                <a:solidFill>
                                  <a:schemeClr val="tx1"/>
                                </a:solidFill>
                                <a:latin typeface="Cambria Math" panose="02040503050406030204" pitchFamily="18" charset="0"/>
                                <a:ea typeface="Cambria Math" panose="02040503050406030204" pitchFamily="18" charset="0"/>
                              </a:rPr>
                              <m:t>𝑓</m:t>
                            </m:r>
                          </m:sub>
                          <m:sup>
                            <m:r>
                              <a:rPr lang="en-GB" sz="2800" i="1">
                                <a:solidFill>
                                  <a:schemeClr val="tx1"/>
                                </a:solidFill>
                                <a:latin typeface="Cambria Math" panose="02040503050406030204" pitchFamily="18" charset="0"/>
                                <a:ea typeface="Cambria Math" panose="02040503050406030204" pitchFamily="18" charset="0"/>
                              </a:rPr>
                              <m:t>2</m:t>
                            </m:r>
                          </m:sup>
                        </m:sSubSup>
                      </m:den>
                    </m:f>
                    <m:r>
                      <a:rPr lang="en-GB" sz="2800" i="1">
                        <a:solidFill>
                          <a:schemeClr val="tx1"/>
                        </a:solidFill>
                        <a:latin typeface="Cambria Math" panose="02040503050406030204" pitchFamily="18" charset="0"/>
                        <a:ea typeface="Cambria Math" panose="02040503050406030204" pitchFamily="18" charset="0"/>
                      </a:rPr>
                      <m:t>(</m:t>
                    </m:r>
                    <m:sSub>
                      <m:sSubPr>
                        <m:ctrlPr>
                          <a:rPr lang="en-GB" sz="2800" i="1">
                            <a:solidFill>
                              <a:schemeClr val="tx1"/>
                            </a:solidFill>
                            <a:latin typeface="Cambria Math" panose="02040503050406030204" pitchFamily="18" charset="0"/>
                            <a:ea typeface="Cambria Math" panose="02040503050406030204" pitchFamily="18" charset="0"/>
                          </a:rPr>
                        </m:ctrlPr>
                      </m:sSubPr>
                      <m:e>
                        <m:r>
                          <a:rPr lang="en-GB" sz="2800" i="1">
                            <a:solidFill>
                              <a:schemeClr val="tx1"/>
                            </a:solidFill>
                            <a:latin typeface="Cambria Math" panose="02040503050406030204" pitchFamily="18" charset="0"/>
                            <a:ea typeface="Cambria Math" panose="02040503050406030204" pitchFamily="18" charset="0"/>
                          </a:rPr>
                          <m:t>𝜃</m:t>
                        </m:r>
                      </m:e>
                      <m:sub>
                        <m:r>
                          <a:rPr lang="en-GB" sz="2800" i="1">
                            <a:solidFill>
                              <a:schemeClr val="tx1"/>
                            </a:solidFill>
                            <a:latin typeface="Cambria Math" panose="02040503050406030204" pitchFamily="18" charset="0"/>
                            <a:ea typeface="Cambria Math" panose="02040503050406030204" pitchFamily="18" charset="0"/>
                          </a:rPr>
                          <m:t>2</m:t>
                        </m:r>
                      </m:sub>
                    </m:sSub>
                    <m:r>
                      <a:rPr lang="en-GB" sz="2800" i="1">
                        <a:solidFill>
                          <a:schemeClr val="tx1"/>
                        </a:solidFill>
                        <a:latin typeface="Cambria Math" panose="02040503050406030204" pitchFamily="18" charset="0"/>
                        <a:ea typeface="Cambria Math" panose="02040503050406030204" pitchFamily="18" charset="0"/>
                      </a:rPr>
                      <m:t>−</m:t>
                    </m:r>
                    <m:sSub>
                      <m:sSubPr>
                        <m:ctrlPr>
                          <a:rPr lang="en-GB" sz="2800" i="1">
                            <a:solidFill>
                              <a:schemeClr val="tx1"/>
                            </a:solidFill>
                            <a:latin typeface="Cambria Math" panose="02040503050406030204" pitchFamily="18" charset="0"/>
                            <a:ea typeface="Cambria Math" panose="02040503050406030204" pitchFamily="18" charset="0"/>
                          </a:rPr>
                        </m:ctrlPr>
                      </m:sSubPr>
                      <m:e>
                        <m:r>
                          <a:rPr lang="en-GB" sz="2800" i="1">
                            <a:solidFill>
                              <a:schemeClr val="tx1"/>
                            </a:solidFill>
                            <a:latin typeface="Cambria Math" panose="02040503050406030204" pitchFamily="18" charset="0"/>
                            <a:ea typeface="Cambria Math" panose="02040503050406030204" pitchFamily="18" charset="0"/>
                          </a:rPr>
                          <m:t>𝜃</m:t>
                        </m:r>
                      </m:e>
                      <m:sub>
                        <m:r>
                          <a:rPr lang="en-GB" sz="2800" i="1">
                            <a:solidFill>
                              <a:schemeClr val="tx1"/>
                            </a:solidFill>
                            <a:latin typeface="Cambria Math" panose="02040503050406030204" pitchFamily="18" charset="0"/>
                            <a:ea typeface="Cambria Math" panose="02040503050406030204" pitchFamily="18" charset="0"/>
                          </a:rPr>
                          <m:t>1</m:t>
                        </m:r>
                      </m:sub>
                    </m:sSub>
                    <m:r>
                      <a:rPr lang="en-GB" sz="2800" i="1">
                        <a:solidFill>
                          <a:schemeClr val="tx1"/>
                        </a:solidFill>
                        <a:latin typeface="Cambria Math" panose="02040503050406030204" pitchFamily="18" charset="0"/>
                        <a:ea typeface="Cambria Math" panose="02040503050406030204" pitchFamily="18" charset="0"/>
                      </a:rPr>
                      <m:t>)</m:t>
                    </m:r>
                  </m:oMath>
                </a14:m>
                <a:r>
                  <a:rPr lang="en-GB" sz="2800" i="1">
                    <a:solidFill>
                      <a:schemeClr val="tx1"/>
                    </a:solidFill>
                    <a:latin typeface="Cambria Math" panose="02040503050406030204" pitchFamily="18" charset="0"/>
                    <a:ea typeface="Cambria Math" panose="02040503050406030204" pitchFamily="18" charset="0"/>
                  </a:rPr>
                  <a:t> </a:t>
                </a:r>
              </a:p>
              <a:p>
                <a:pPr marL="457200" indent="-457200" algn="l">
                  <a:buFont typeface="Arial" panose="020B0604020202020204" pitchFamily="34" charset="0"/>
                  <a:buChar char="•"/>
                </a:pPr>
                <a14:m>
                  <m:oMath xmlns:m="http://schemas.openxmlformats.org/officeDocument/2006/math">
                    <m:sSub>
                      <m:sSubPr>
                        <m:ctrlPr>
                          <a:rPr lang="en-GB" sz="2800" i="1">
                            <a:solidFill>
                              <a:schemeClr val="tx1"/>
                            </a:solidFill>
                            <a:latin typeface="Cambria Math" panose="02040503050406030204" pitchFamily="18" charset="0"/>
                            <a:ea typeface="Cambria Math" panose="02040503050406030204" pitchFamily="18" charset="0"/>
                          </a:rPr>
                        </m:ctrlPr>
                      </m:sSubPr>
                      <m:e>
                        <m:r>
                          <a:rPr lang="en-GB" sz="2800" i="1">
                            <a:solidFill>
                              <a:schemeClr val="tx1"/>
                            </a:solidFill>
                            <a:latin typeface="Cambria Math" panose="02040503050406030204" pitchFamily="18" charset="0"/>
                            <a:ea typeface="Cambria Math" panose="02040503050406030204" pitchFamily="18" charset="0"/>
                          </a:rPr>
                          <m:t>𝑎</m:t>
                        </m:r>
                      </m:e>
                      <m:sub>
                        <m:r>
                          <a:rPr lang="en-GB" sz="2800" b="0" i="1" smtClean="0">
                            <a:solidFill>
                              <a:schemeClr val="tx1"/>
                            </a:solidFill>
                            <a:latin typeface="Cambria Math" panose="02040503050406030204" pitchFamily="18" charset="0"/>
                            <a:ea typeface="Cambria Math" panose="02040503050406030204" pitchFamily="18" charset="0"/>
                          </a:rPr>
                          <m:t>3</m:t>
                        </m:r>
                      </m:sub>
                    </m:sSub>
                    <m:r>
                      <a:rPr lang="en-GB" sz="2800" i="1">
                        <a:solidFill>
                          <a:schemeClr val="tx1"/>
                        </a:solidFill>
                        <a:latin typeface="Cambria Math" panose="02040503050406030204" pitchFamily="18" charset="0"/>
                        <a:ea typeface="Cambria Math" panose="02040503050406030204" pitchFamily="18" charset="0"/>
                      </a:rPr>
                      <m:t>=</m:t>
                    </m:r>
                    <m:r>
                      <a:rPr lang="en-GB" sz="2800" b="0" i="1" smtClean="0">
                        <a:solidFill>
                          <a:schemeClr val="tx1"/>
                        </a:solidFill>
                        <a:latin typeface="Cambria Math" panose="02040503050406030204" pitchFamily="18" charset="0"/>
                        <a:ea typeface="Cambria Math" panose="02040503050406030204" pitchFamily="18" charset="0"/>
                      </a:rPr>
                      <m:t>−</m:t>
                    </m:r>
                    <m:f>
                      <m:fPr>
                        <m:ctrlPr>
                          <a:rPr lang="en-GB" sz="2800" i="1">
                            <a:solidFill>
                              <a:schemeClr val="tx1"/>
                            </a:solidFill>
                            <a:latin typeface="Cambria Math" panose="02040503050406030204" pitchFamily="18" charset="0"/>
                            <a:ea typeface="Cambria Math" panose="02040503050406030204" pitchFamily="18" charset="0"/>
                          </a:rPr>
                        </m:ctrlPr>
                      </m:fPr>
                      <m:num>
                        <m:r>
                          <a:rPr lang="en-GB" sz="2800" b="0" i="1" smtClean="0">
                            <a:solidFill>
                              <a:schemeClr val="tx1"/>
                            </a:solidFill>
                            <a:latin typeface="Cambria Math" panose="02040503050406030204" pitchFamily="18" charset="0"/>
                            <a:ea typeface="Cambria Math" panose="02040503050406030204" pitchFamily="18" charset="0"/>
                          </a:rPr>
                          <m:t>2</m:t>
                        </m:r>
                      </m:num>
                      <m:den>
                        <m:sSubSup>
                          <m:sSubSupPr>
                            <m:ctrlPr>
                              <a:rPr lang="en-GB" sz="2800" i="1">
                                <a:solidFill>
                                  <a:schemeClr val="tx1"/>
                                </a:solidFill>
                                <a:latin typeface="Cambria Math" panose="02040503050406030204" pitchFamily="18" charset="0"/>
                                <a:ea typeface="Cambria Math" panose="02040503050406030204" pitchFamily="18" charset="0"/>
                              </a:rPr>
                            </m:ctrlPr>
                          </m:sSubSupPr>
                          <m:e>
                            <m:r>
                              <a:rPr lang="en-GB" sz="2800" i="1">
                                <a:solidFill>
                                  <a:schemeClr val="tx1"/>
                                </a:solidFill>
                                <a:latin typeface="Cambria Math" panose="02040503050406030204" pitchFamily="18" charset="0"/>
                                <a:ea typeface="Cambria Math" panose="02040503050406030204" pitchFamily="18" charset="0"/>
                              </a:rPr>
                              <m:t>𝑡</m:t>
                            </m:r>
                          </m:e>
                          <m:sub>
                            <m:r>
                              <a:rPr lang="en-GB" sz="2800" i="1">
                                <a:solidFill>
                                  <a:schemeClr val="tx1"/>
                                </a:solidFill>
                                <a:latin typeface="Cambria Math" panose="02040503050406030204" pitchFamily="18" charset="0"/>
                                <a:ea typeface="Cambria Math" panose="02040503050406030204" pitchFamily="18" charset="0"/>
                              </a:rPr>
                              <m:t>𝑓</m:t>
                            </m:r>
                          </m:sub>
                          <m:sup>
                            <m:r>
                              <a:rPr lang="en-GB" sz="2800" b="0" i="1" smtClean="0">
                                <a:solidFill>
                                  <a:schemeClr val="tx1"/>
                                </a:solidFill>
                                <a:latin typeface="Cambria Math" panose="02040503050406030204" pitchFamily="18" charset="0"/>
                                <a:ea typeface="Cambria Math" panose="02040503050406030204" pitchFamily="18" charset="0"/>
                              </a:rPr>
                              <m:t>3</m:t>
                            </m:r>
                          </m:sup>
                        </m:sSubSup>
                      </m:den>
                    </m:f>
                    <m:r>
                      <a:rPr lang="en-GB" sz="2800" i="1">
                        <a:solidFill>
                          <a:schemeClr val="tx1"/>
                        </a:solidFill>
                        <a:latin typeface="Cambria Math" panose="02040503050406030204" pitchFamily="18" charset="0"/>
                        <a:ea typeface="Cambria Math" panose="02040503050406030204" pitchFamily="18" charset="0"/>
                      </a:rPr>
                      <m:t>(</m:t>
                    </m:r>
                    <m:sSub>
                      <m:sSubPr>
                        <m:ctrlPr>
                          <a:rPr lang="en-GB" sz="2800" i="1">
                            <a:solidFill>
                              <a:schemeClr val="tx1"/>
                            </a:solidFill>
                            <a:latin typeface="Cambria Math" panose="02040503050406030204" pitchFamily="18" charset="0"/>
                            <a:ea typeface="Cambria Math" panose="02040503050406030204" pitchFamily="18" charset="0"/>
                          </a:rPr>
                        </m:ctrlPr>
                      </m:sSubPr>
                      <m:e>
                        <m:r>
                          <a:rPr lang="en-GB" sz="2800" i="1">
                            <a:solidFill>
                              <a:schemeClr val="tx1"/>
                            </a:solidFill>
                            <a:latin typeface="Cambria Math" panose="02040503050406030204" pitchFamily="18" charset="0"/>
                            <a:ea typeface="Cambria Math" panose="02040503050406030204" pitchFamily="18" charset="0"/>
                          </a:rPr>
                          <m:t>𝜃</m:t>
                        </m:r>
                      </m:e>
                      <m:sub>
                        <m:r>
                          <a:rPr lang="en-GB" sz="2800" i="1">
                            <a:solidFill>
                              <a:schemeClr val="tx1"/>
                            </a:solidFill>
                            <a:latin typeface="Cambria Math" panose="02040503050406030204" pitchFamily="18" charset="0"/>
                            <a:ea typeface="Cambria Math" panose="02040503050406030204" pitchFamily="18" charset="0"/>
                          </a:rPr>
                          <m:t>2</m:t>
                        </m:r>
                      </m:sub>
                    </m:sSub>
                    <m:r>
                      <a:rPr lang="en-GB" sz="2800" i="1">
                        <a:solidFill>
                          <a:schemeClr val="tx1"/>
                        </a:solidFill>
                        <a:latin typeface="Cambria Math" panose="02040503050406030204" pitchFamily="18" charset="0"/>
                        <a:ea typeface="Cambria Math" panose="02040503050406030204" pitchFamily="18" charset="0"/>
                      </a:rPr>
                      <m:t>−</m:t>
                    </m:r>
                    <m:sSub>
                      <m:sSubPr>
                        <m:ctrlPr>
                          <a:rPr lang="en-GB" sz="2800" i="1">
                            <a:solidFill>
                              <a:schemeClr val="tx1"/>
                            </a:solidFill>
                            <a:latin typeface="Cambria Math" panose="02040503050406030204" pitchFamily="18" charset="0"/>
                            <a:ea typeface="Cambria Math" panose="02040503050406030204" pitchFamily="18" charset="0"/>
                          </a:rPr>
                        </m:ctrlPr>
                      </m:sSubPr>
                      <m:e>
                        <m:r>
                          <a:rPr lang="en-GB" sz="2800" i="1">
                            <a:solidFill>
                              <a:schemeClr val="tx1"/>
                            </a:solidFill>
                            <a:latin typeface="Cambria Math" panose="02040503050406030204" pitchFamily="18" charset="0"/>
                            <a:ea typeface="Cambria Math" panose="02040503050406030204" pitchFamily="18" charset="0"/>
                          </a:rPr>
                          <m:t>𝜃</m:t>
                        </m:r>
                      </m:e>
                      <m:sub>
                        <m:r>
                          <a:rPr lang="en-GB" sz="2800" i="1">
                            <a:solidFill>
                              <a:schemeClr val="tx1"/>
                            </a:solidFill>
                            <a:latin typeface="Cambria Math" panose="02040503050406030204" pitchFamily="18" charset="0"/>
                            <a:ea typeface="Cambria Math" panose="02040503050406030204" pitchFamily="18" charset="0"/>
                          </a:rPr>
                          <m:t>1</m:t>
                        </m:r>
                      </m:sub>
                    </m:sSub>
                    <m:r>
                      <a:rPr lang="en-GB" sz="2800" i="1">
                        <a:solidFill>
                          <a:schemeClr val="tx1"/>
                        </a:solidFill>
                        <a:latin typeface="Cambria Math" panose="02040503050406030204" pitchFamily="18" charset="0"/>
                        <a:ea typeface="Cambria Math" panose="02040503050406030204" pitchFamily="18" charset="0"/>
                      </a:rPr>
                      <m:t>)</m:t>
                    </m:r>
                  </m:oMath>
                </a14:m>
                <a:endParaRPr lang="en-GB" sz="2800" i="1">
                  <a:solidFill>
                    <a:schemeClr val="tx1"/>
                  </a:solidFill>
                  <a:latin typeface="Cambria Math" panose="02040503050406030204" pitchFamily="18" charset="0"/>
                  <a:ea typeface="Cambria Math" panose="02040503050406030204" pitchFamily="18" charset="0"/>
                </a:endParaRPr>
              </a:p>
              <a:p>
                <a:pPr algn="l"/>
                <a:r>
                  <a:rPr lang="en-GB" sz="2800">
                    <a:solidFill>
                      <a:schemeClr val="tx1"/>
                    </a:solidFill>
                    <a:latin typeface="Cambria Math" panose="02040503050406030204" pitchFamily="18" charset="0"/>
                    <a:ea typeface="Cambria Math" panose="02040503050406030204" pitchFamily="18" charset="0"/>
                  </a:rPr>
                  <a:t>Therefore:</a:t>
                </a:r>
              </a:p>
              <a:p>
                <a:pPr marL="457200" indent="-457200" algn="l">
                  <a:buFont typeface="Arial" panose="020B0604020202020204" pitchFamily="34" charset="0"/>
                  <a:buChar char="•"/>
                </a:pPr>
                <a14:m>
                  <m:oMath xmlns:m="http://schemas.openxmlformats.org/officeDocument/2006/math">
                    <m:r>
                      <a:rPr lang="en-GB" sz="2800" i="1" smtClean="0">
                        <a:latin typeface="Cambria Math" panose="02040503050406030204" pitchFamily="18" charset="0"/>
                        <a:ea typeface="Cambria Math" panose="02040503050406030204" pitchFamily="18" charset="0"/>
                      </a:rPr>
                      <m:t>𝜃</m:t>
                    </m:r>
                    <m:d>
                      <m:dPr>
                        <m:ctrlPr>
                          <a:rPr lang="en-GB" sz="2800" b="0" i="1" smtClean="0">
                            <a:latin typeface="Cambria Math" panose="02040503050406030204" pitchFamily="18" charset="0"/>
                            <a:ea typeface="Cambria Math" panose="02040503050406030204" pitchFamily="18" charset="0"/>
                          </a:rPr>
                        </m:ctrlPr>
                      </m:dPr>
                      <m:e>
                        <m:r>
                          <a:rPr lang="en-GB" sz="2800" b="0" i="1" smtClean="0">
                            <a:latin typeface="Cambria Math" panose="02040503050406030204" pitchFamily="18" charset="0"/>
                            <a:ea typeface="Cambria Math" panose="02040503050406030204" pitchFamily="18" charset="0"/>
                          </a:rPr>
                          <m:t>𝑡</m:t>
                        </m:r>
                      </m:e>
                    </m:d>
                    <m:r>
                      <a:rPr lang="en-GB" sz="2800" b="0" i="1" smtClean="0">
                        <a:latin typeface="Cambria Math" panose="02040503050406030204" pitchFamily="18" charset="0"/>
                        <a:ea typeface="Cambria Math" panose="02040503050406030204" pitchFamily="18" charset="0"/>
                      </a:rPr>
                      <m:t>=</m:t>
                    </m:r>
                    <m:sSub>
                      <m:sSubPr>
                        <m:ctrlPr>
                          <a:rPr lang="en-GB" sz="2800" i="1" smtClean="0">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𝜃</m:t>
                        </m:r>
                      </m:e>
                      <m:sub>
                        <m:r>
                          <a:rPr lang="en-GB" sz="2800" b="0" i="1" smtClean="0">
                            <a:latin typeface="Cambria Math" panose="02040503050406030204" pitchFamily="18" charset="0"/>
                            <a:ea typeface="Cambria Math" panose="02040503050406030204" pitchFamily="18" charset="0"/>
                          </a:rPr>
                          <m:t>1</m:t>
                        </m:r>
                      </m:sub>
                    </m:sSub>
                    <m:r>
                      <a:rPr lang="en-GB" sz="2800" b="0" i="1" smtClean="0">
                        <a:latin typeface="Cambria Math" panose="02040503050406030204" pitchFamily="18" charset="0"/>
                        <a:ea typeface="Cambria Math" panose="02040503050406030204" pitchFamily="18" charset="0"/>
                      </a:rPr>
                      <m:t>+</m:t>
                    </m:r>
                    <m:f>
                      <m:fPr>
                        <m:ctrlPr>
                          <a:rPr lang="en-GB" sz="2800" i="1">
                            <a:latin typeface="Cambria Math" panose="02040503050406030204" pitchFamily="18" charset="0"/>
                            <a:ea typeface="Cambria Math" panose="02040503050406030204" pitchFamily="18" charset="0"/>
                          </a:rPr>
                        </m:ctrlPr>
                      </m:fPr>
                      <m:num>
                        <m:r>
                          <a:rPr lang="en-GB" sz="2800" i="1">
                            <a:latin typeface="Cambria Math" panose="02040503050406030204" pitchFamily="18" charset="0"/>
                            <a:ea typeface="Cambria Math" panose="02040503050406030204" pitchFamily="18" charset="0"/>
                          </a:rPr>
                          <m:t>3</m:t>
                        </m:r>
                      </m:num>
                      <m:den>
                        <m:sSubSup>
                          <m:sSubSupPr>
                            <m:ctrlPr>
                              <a:rPr lang="en-GB" sz="2800" i="1">
                                <a:latin typeface="Cambria Math" panose="02040503050406030204" pitchFamily="18" charset="0"/>
                                <a:ea typeface="Cambria Math" panose="02040503050406030204" pitchFamily="18" charset="0"/>
                              </a:rPr>
                            </m:ctrlPr>
                          </m:sSubSupPr>
                          <m:e>
                            <m:r>
                              <a:rPr lang="en-GB" sz="2800" i="1">
                                <a:latin typeface="Cambria Math" panose="02040503050406030204" pitchFamily="18" charset="0"/>
                                <a:ea typeface="Cambria Math" panose="02040503050406030204" pitchFamily="18" charset="0"/>
                              </a:rPr>
                              <m:t>𝑡</m:t>
                            </m:r>
                          </m:e>
                          <m:sub>
                            <m:r>
                              <a:rPr lang="en-GB" sz="2800" i="1">
                                <a:latin typeface="Cambria Math" panose="02040503050406030204" pitchFamily="18" charset="0"/>
                                <a:ea typeface="Cambria Math" panose="02040503050406030204" pitchFamily="18" charset="0"/>
                              </a:rPr>
                              <m:t>𝑓</m:t>
                            </m:r>
                          </m:sub>
                          <m:sup>
                            <m:r>
                              <a:rPr lang="en-GB" sz="2800" i="1">
                                <a:latin typeface="Cambria Math" panose="02040503050406030204" pitchFamily="18" charset="0"/>
                                <a:ea typeface="Cambria Math" panose="02040503050406030204" pitchFamily="18" charset="0"/>
                              </a:rPr>
                              <m:t>2</m:t>
                            </m:r>
                          </m:sup>
                        </m:sSubSup>
                      </m:den>
                    </m:f>
                    <m:d>
                      <m:dPr>
                        <m:ctrlPr>
                          <a:rPr lang="en-GB" sz="2800" i="1" smtClean="0">
                            <a:latin typeface="Cambria Math" panose="02040503050406030204" pitchFamily="18" charset="0"/>
                            <a:ea typeface="Cambria Math" panose="02040503050406030204" pitchFamily="18" charset="0"/>
                          </a:rPr>
                        </m:ctrlPr>
                      </m:dPr>
                      <m:e>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𝜃</m:t>
                            </m:r>
                          </m:e>
                          <m:sub>
                            <m:r>
                              <a:rPr lang="en-GB" sz="2800" b="0" i="1" smtClean="0">
                                <a:latin typeface="Cambria Math" panose="02040503050406030204" pitchFamily="18" charset="0"/>
                                <a:ea typeface="Cambria Math" panose="02040503050406030204" pitchFamily="18" charset="0"/>
                              </a:rPr>
                              <m:t>2</m:t>
                            </m:r>
                          </m:sub>
                        </m:sSub>
                        <m:r>
                          <a:rPr lang="en-GB" sz="2800" b="0" i="1" smtClean="0">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𝜃</m:t>
                            </m:r>
                          </m:e>
                          <m:sub>
                            <m:r>
                              <a:rPr lang="en-GB" sz="2800" i="1">
                                <a:latin typeface="Cambria Math" panose="02040503050406030204" pitchFamily="18" charset="0"/>
                                <a:ea typeface="Cambria Math" panose="02040503050406030204" pitchFamily="18" charset="0"/>
                              </a:rPr>
                              <m:t>1</m:t>
                            </m:r>
                          </m:sub>
                        </m:sSub>
                      </m:e>
                    </m:d>
                    <m:sSup>
                      <m:sSupPr>
                        <m:ctrlPr>
                          <a:rPr lang="en-GB" sz="2800" i="1">
                            <a:latin typeface="Cambria Math" panose="02040503050406030204" pitchFamily="18" charset="0"/>
                            <a:ea typeface="Cambria Math" panose="02040503050406030204" pitchFamily="18" charset="0"/>
                          </a:rPr>
                        </m:ctrlPr>
                      </m:sSupPr>
                      <m:e>
                        <m:r>
                          <a:rPr lang="en-GB" sz="2800" i="1">
                            <a:latin typeface="Cambria Math" panose="02040503050406030204" pitchFamily="18" charset="0"/>
                            <a:ea typeface="Cambria Math" panose="02040503050406030204" pitchFamily="18" charset="0"/>
                          </a:rPr>
                          <m:t>𝑡</m:t>
                        </m:r>
                      </m:e>
                      <m:sup>
                        <m:r>
                          <a:rPr lang="en-GB" sz="2800" i="1">
                            <a:latin typeface="Cambria Math" panose="02040503050406030204" pitchFamily="18" charset="0"/>
                            <a:ea typeface="Cambria Math" panose="02040503050406030204" pitchFamily="18" charset="0"/>
                          </a:rPr>
                          <m:t>2</m:t>
                        </m:r>
                      </m:sup>
                    </m:sSup>
                    <m:r>
                      <a:rPr lang="en-GB" sz="2800" b="0" i="1" smtClean="0">
                        <a:latin typeface="Cambria Math" panose="02040503050406030204" pitchFamily="18" charset="0"/>
                        <a:ea typeface="Cambria Math" panose="02040503050406030204" pitchFamily="18" charset="0"/>
                      </a:rPr>
                      <m:t>−</m:t>
                    </m:r>
                    <m:sSup>
                      <m:sSupPr>
                        <m:ctrlPr>
                          <a:rPr lang="en-GB" sz="2800" i="1">
                            <a:latin typeface="Cambria Math" panose="02040503050406030204" pitchFamily="18" charset="0"/>
                            <a:ea typeface="Cambria Math" panose="02040503050406030204" pitchFamily="18" charset="0"/>
                          </a:rPr>
                        </m:ctrlPr>
                      </m:sSupPr>
                      <m:e>
                        <m:f>
                          <m:fPr>
                            <m:ctrlPr>
                              <a:rPr lang="en-GB" sz="2800" i="1">
                                <a:latin typeface="Cambria Math" panose="02040503050406030204" pitchFamily="18" charset="0"/>
                                <a:ea typeface="Cambria Math" panose="02040503050406030204" pitchFamily="18" charset="0"/>
                              </a:rPr>
                            </m:ctrlPr>
                          </m:fPr>
                          <m:num>
                            <m:r>
                              <a:rPr lang="en-GB" sz="2800" b="0" i="1" smtClean="0">
                                <a:latin typeface="Cambria Math" panose="02040503050406030204" pitchFamily="18" charset="0"/>
                                <a:ea typeface="Cambria Math" panose="02040503050406030204" pitchFamily="18" charset="0"/>
                              </a:rPr>
                              <m:t>2</m:t>
                            </m:r>
                          </m:num>
                          <m:den>
                            <m:sSubSup>
                              <m:sSubSupPr>
                                <m:ctrlPr>
                                  <a:rPr lang="en-GB" sz="2800" i="1">
                                    <a:latin typeface="Cambria Math" panose="02040503050406030204" pitchFamily="18" charset="0"/>
                                    <a:ea typeface="Cambria Math" panose="02040503050406030204" pitchFamily="18" charset="0"/>
                                  </a:rPr>
                                </m:ctrlPr>
                              </m:sSubSupPr>
                              <m:e>
                                <m:r>
                                  <a:rPr lang="en-GB" sz="2800" i="1">
                                    <a:latin typeface="Cambria Math" panose="02040503050406030204" pitchFamily="18" charset="0"/>
                                    <a:ea typeface="Cambria Math" panose="02040503050406030204" pitchFamily="18" charset="0"/>
                                  </a:rPr>
                                  <m:t>𝑡</m:t>
                                </m:r>
                              </m:e>
                              <m:sub>
                                <m:r>
                                  <a:rPr lang="en-GB" sz="2800" i="1">
                                    <a:latin typeface="Cambria Math" panose="02040503050406030204" pitchFamily="18" charset="0"/>
                                    <a:ea typeface="Cambria Math" panose="02040503050406030204" pitchFamily="18" charset="0"/>
                                  </a:rPr>
                                  <m:t>𝑓</m:t>
                                </m:r>
                              </m:sub>
                              <m:sup>
                                <m:r>
                                  <a:rPr lang="en-GB" sz="2800" b="0" i="1" smtClean="0">
                                    <a:latin typeface="Cambria Math" panose="02040503050406030204" pitchFamily="18" charset="0"/>
                                    <a:ea typeface="Cambria Math" panose="02040503050406030204" pitchFamily="18" charset="0"/>
                                  </a:rPr>
                                  <m:t>3</m:t>
                                </m:r>
                              </m:sup>
                            </m:sSubSup>
                          </m:den>
                        </m:f>
                        <m:r>
                          <a:rPr lang="en-GB" sz="2800" i="1">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𝜃</m:t>
                            </m:r>
                          </m:e>
                          <m:sub>
                            <m:r>
                              <a:rPr lang="en-GB" sz="2800" i="1">
                                <a:latin typeface="Cambria Math" panose="02040503050406030204" pitchFamily="18" charset="0"/>
                                <a:ea typeface="Cambria Math" panose="02040503050406030204" pitchFamily="18" charset="0"/>
                              </a:rPr>
                              <m:t>2</m:t>
                            </m:r>
                          </m:sub>
                        </m:sSub>
                        <m:r>
                          <a:rPr lang="en-GB" sz="2800" i="1">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𝜃</m:t>
                            </m:r>
                          </m:e>
                          <m:sub>
                            <m:r>
                              <a:rPr lang="en-GB" sz="2800" i="1">
                                <a:latin typeface="Cambria Math" panose="02040503050406030204" pitchFamily="18" charset="0"/>
                                <a:ea typeface="Cambria Math" panose="02040503050406030204" pitchFamily="18" charset="0"/>
                              </a:rPr>
                              <m:t>1</m:t>
                            </m:r>
                          </m:sub>
                        </m:sSub>
                        <m:r>
                          <a:rPr lang="en-GB" sz="2800" i="1">
                            <a:latin typeface="Cambria Math" panose="02040503050406030204" pitchFamily="18" charset="0"/>
                            <a:ea typeface="Cambria Math" panose="02040503050406030204" pitchFamily="18" charset="0"/>
                          </a:rPr>
                          <m:t>)</m:t>
                        </m:r>
                        <m:r>
                          <a:rPr lang="en-GB" sz="2800" i="1">
                            <a:latin typeface="Cambria Math" panose="02040503050406030204" pitchFamily="18" charset="0"/>
                            <a:ea typeface="Cambria Math" panose="02040503050406030204" pitchFamily="18" charset="0"/>
                          </a:rPr>
                          <m:t>𝑡</m:t>
                        </m:r>
                      </m:e>
                      <m:sup>
                        <m:r>
                          <a:rPr lang="en-GB" sz="2800" b="0" i="1" smtClean="0">
                            <a:latin typeface="Cambria Math" panose="02040503050406030204" pitchFamily="18" charset="0"/>
                            <a:ea typeface="Cambria Math" panose="02040503050406030204" pitchFamily="18" charset="0"/>
                          </a:rPr>
                          <m:t>3</m:t>
                        </m:r>
                      </m:sup>
                    </m:sSup>
                  </m:oMath>
                </a14:m>
                <a:endParaRPr lang="fr-FR" sz="2800"/>
              </a:p>
              <a:p>
                <a:pPr marL="457200" indent="-457200" algn="l">
                  <a:buFont typeface="Arial" panose="020B0604020202020204" pitchFamily="34" charset="0"/>
                  <a:buChar char="•"/>
                </a:pPr>
                <a14:m>
                  <m:oMath xmlns:m="http://schemas.openxmlformats.org/officeDocument/2006/math">
                    <m:acc>
                      <m:accPr>
                        <m:chr m:val="̇"/>
                        <m:ctrlPr>
                          <a:rPr lang="en-GB" sz="2800" i="1" smtClean="0">
                            <a:latin typeface="Cambria Math" panose="02040503050406030204" pitchFamily="18" charset="0"/>
                            <a:ea typeface="Cambria Math" panose="02040503050406030204" pitchFamily="18" charset="0"/>
                          </a:rPr>
                        </m:ctrlPr>
                      </m:accPr>
                      <m:e>
                        <m:r>
                          <a:rPr lang="en-GB" sz="2800" i="1">
                            <a:latin typeface="Cambria Math" panose="02040503050406030204" pitchFamily="18" charset="0"/>
                            <a:ea typeface="Cambria Math" panose="02040503050406030204" pitchFamily="18" charset="0"/>
                          </a:rPr>
                          <m:t>𝜃</m:t>
                        </m:r>
                      </m:e>
                    </m:acc>
                    <m:d>
                      <m:dPr>
                        <m:ctrlPr>
                          <a:rPr lang="en-GB" sz="2800" b="0" i="1" smtClean="0">
                            <a:latin typeface="Cambria Math" panose="02040503050406030204" pitchFamily="18" charset="0"/>
                            <a:ea typeface="Cambria Math" panose="02040503050406030204" pitchFamily="18" charset="0"/>
                          </a:rPr>
                        </m:ctrlPr>
                      </m:dPr>
                      <m:e>
                        <m:r>
                          <a:rPr lang="en-GB" sz="2800" b="0" i="1" smtClean="0">
                            <a:latin typeface="Cambria Math" panose="02040503050406030204" pitchFamily="18" charset="0"/>
                            <a:ea typeface="Cambria Math" panose="02040503050406030204" pitchFamily="18" charset="0"/>
                          </a:rPr>
                          <m:t>𝑡</m:t>
                        </m:r>
                      </m:e>
                    </m:d>
                    <m:r>
                      <a:rPr lang="en-GB" sz="2800" b="0" i="1" smtClean="0">
                        <a:latin typeface="Cambria Math" panose="02040503050406030204" pitchFamily="18" charset="0"/>
                        <a:ea typeface="Cambria Math" panose="02040503050406030204" pitchFamily="18" charset="0"/>
                      </a:rPr>
                      <m:t>=</m:t>
                    </m:r>
                    <m:f>
                      <m:fPr>
                        <m:ctrlPr>
                          <a:rPr lang="en-GB" sz="2800" i="1">
                            <a:latin typeface="Cambria Math" panose="02040503050406030204" pitchFamily="18" charset="0"/>
                            <a:ea typeface="Cambria Math" panose="02040503050406030204" pitchFamily="18" charset="0"/>
                          </a:rPr>
                        </m:ctrlPr>
                      </m:fPr>
                      <m:num>
                        <m:r>
                          <a:rPr lang="en-GB" sz="2800" b="0" i="1" smtClean="0">
                            <a:latin typeface="Cambria Math" panose="02040503050406030204" pitchFamily="18" charset="0"/>
                            <a:ea typeface="Cambria Math" panose="02040503050406030204" pitchFamily="18" charset="0"/>
                          </a:rPr>
                          <m:t>6</m:t>
                        </m:r>
                      </m:num>
                      <m:den>
                        <m:sSubSup>
                          <m:sSubSupPr>
                            <m:ctrlPr>
                              <a:rPr lang="en-GB" sz="2800" i="1">
                                <a:latin typeface="Cambria Math" panose="02040503050406030204" pitchFamily="18" charset="0"/>
                                <a:ea typeface="Cambria Math" panose="02040503050406030204" pitchFamily="18" charset="0"/>
                              </a:rPr>
                            </m:ctrlPr>
                          </m:sSubSupPr>
                          <m:e>
                            <m:r>
                              <a:rPr lang="en-GB" sz="2800" i="1">
                                <a:latin typeface="Cambria Math" panose="02040503050406030204" pitchFamily="18" charset="0"/>
                                <a:ea typeface="Cambria Math" panose="02040503050406030204" pitchFamily="18" charset="0"/>
                              </a:rPr>
                              <m:t>𝑡</m:t>
                            </m:r>
                          </m:e>
                          <m:sub>
                            <m:r>
                              <a:rPr lang="en-GB" sz="2800" i="1">
                                <a:latin typeface="Cambria Math" panose="02040503050406030204" pitchFamily="18" charset="0"/>
                                <a:ea typeface="Cambria Math" panose="02040503050406030204" pitchFamily="18" charset="0"/>
                              </a:rPr>
                              <m:t>𝑓</m:t>
                            </m:r>
                          </m:sub>
                          <m:sup>
                            <m:r>
                              <a:rPr lang="en-GB" sz="2800" i="1">
                                <a:latin typeface="Cambria Math" panose="02040503050406030204" pitchFamily="18" charset="0"/>
                                <a:ea typeface="Cambria Math" panose="02040503050406030204" pitchFamily="18" charset="0"/>
                              </a:rPr>
                              <m:t>2</m:t>
                            </m:r>
                          </m:sup>
                        </m:sSubSup>
                      </m:den>
                    </m:f>
                    <m:d>
                      <m:dPr>
                        <m:ctrlPr>
                          <a:rPr lang="en-GB" sz="2800" i="1">
                            <a:latin typeface="Cambria Math" panose="02040503050406030204" pitchFamily="18" charset="0"/>
                            <a:ea typeface="Cambria Math" panose="02040503050406030204" pitchFamily="18" charset="0"/>
                          </a:rPr>
                        </m:ctrlPr>
                      </m:dPr>
                      <m:e>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𝜃</m:t>
                            </m:r>
                          </m:e>
                          <m:sub>
                            <m:r>
                              <a:rPr lang="en-GB" sz="2800" i="1">
                                <a:latin typeface="Cambria Math" panose="02040503050406030204" pitchFamily="18" charset="0"/>
                                <a:ea typeface="Cambria Math" panose="02040503050406030204" pitchFamily="18" charset="0"/>
                              </a:rPr>
                              <m:t>2</m:t>
                            </m:r>
                          </m:sub>
                        </m:sSub>
                        <m:r>
                          <a:rPr lang="en-GB" sz="2800" i="1">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𝜃</m:t>
                            </m:r>
                          </m:e>
                          <m:sub>
                            <m:r>
                              <a:rPr lang="en-GB" sz="2800" i="1">
                                <a:latin typeface="Cambria Math" panose="02040503050406030204" pitchFamily="18" charset="0"/>
                                <a:ea typeface="Cambria Math" panose="02040503050406030204" pitchFamily="18" charset="0"/>
                              </a:rPr>
                              <m:t>1</m:t>
                            </m:r>
                          </m:sub>
                        </m:sSub>
                      </m:e>
                    </m:d>
                    <m:r>
                      <a:rPr lang="en-GB" sz="2800" b="0" i="1" smtClean="0">
                        <a:latin typeface="Cambria Math" panose="02040503050406030204" pitchFamily="18" charset="0"/>
                        <a:ea typeface="Cambria Math" panose="02040503050406030204" pitchFamily="18" charset="0"/>
                      </a:rPr>
                      <m:t>𝑡</m:t>
                    </m:r>
                    <m:r>
                      <a:rPr lang="en-GB" sz="2800" b="0" i="1" smtClean="0">
                        <a:latin typeface="Cambria Math" panose="02040503050406030204" pitchFamily="18" charset="0"/>
                        <a:ea typeface="Cambria Math" panose="02040503050406030204" pitchFamily="18" charset="0"/>
                      </a:rPr>
                      <m:t>−</m:t>
                    </m:r>
                    <m:f>
                      <m:fPr>
                        <m:ctrlPr>
                          <a:rPr lang="en-GB" sz="2800" i="1">
                            <a:latin typeface="Cambria Math" panose="02040503050406030204" pitchFamily="18" charset="0"/>
                            <a:ea typeface="Cambria Math" panose="02040503050406030204" pitchFamily="18" charset="0"/>
                          </a:rPr>
                        </m:ctrlPr>
                      </m:fPr>
                      <m:num>
                        <m:r>
                          <a:rPr lang="en-GB" sz="2800" i="1">
                            <a:latin typeface="Cambria Math" panose="02040503050406030204" pitchFamily="18" charset="0"/>
                            <a:ea typeface="Cambria Math" panose="02040503050406030204" pitchFamily="18" charset="0"/>
                          </a:rPr>
                          <m:t>6</m:t>
                        </m:r>
                      </m:num>
                      <m:den>
                        <m:sSubSup>
                          <m:sSubSupPr>
                            <m:ctrlPr>
                              <a:rPr lang="en-GB" sz="2800" i="1">
                                <a:latin typeface="Cambria Math" panose="02040503050406030204" pitchFamily="18" charset="0"/>
                                <a:ea typeface="Cambria Math" panose="02040503050406030204" pitchFamily="18" charset="0"/>
                              </a:rPr>
                            </m:ctrlPr>
                          </m:sSubSupPr>
                          <m:e>
                            <m:r>
                              <a:rPr lang="en-GB" sz="2800" i="1">
                                <a:latin typeface="Cambria Math" panose="02040503050406030204" pitchFamily="18" charset="0"/>
                                <a:ea typeface="Cambria Math" panose="02040503050406030204" pitchFamily="18" charset="0"/>
                              </a:rPr>
                              <m:t>𝑡</m:t>
                            </m:r>
                          </m:e>
                          <m:sub>
                            <m:r>
                              <a:rPr lang="en-GB" sz="2800" i="1">
                                <a:latin typeface="Cambria Math" panose="02040503050406030204" pitchFamily="18" charset="0"/>
                                <a:ea typeface="Cambria Math" panose="02040503050406030204" pitchFamily="18" charset="0"/>
                              </a:rPr>
                              <m:t>𝑓</m:t>
                            </m:r>
                          </m:sub>
                          <m:sup>
                            <m:r>
                              <a:rPr lang="en-GB" sz="2800" i="1">
                                <a:latin typeface="Cambria Math" panose="02040503050406030204" pitchFamily="18" charset="0"/>
                                <a:ea typeface="Cambria Math" panose="02040503050406030204" pitchFamily="18" charset="0"/>
                              </a:rPr>
                              <m:t>3</m:t>
                            </m:r>
                          </m:sup>
                        </m:sSubSup>
                      </m:den>
                    </m:f>
                    <m:r>
                      <a:rPr lang="en-GB" sz="2800" i="1">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𝜃</m:t>
                        </m:r>
                      </m:e>
                      <m:sub>
                        <m:r>
                          <a:rPr lang="en-GB" sz="2800" i="1">
                            <a:latin typeface="Cambria Math" panose="02040503050406030204" pitchFamily="18" charset="0"/>
                            <a:ea typeface="Cambria Math" panose="02040503050406030204" pitchFamily="18" charset="0"/>
                          </a:rPr>
                          <m:t>2</m:t>
                        </m:r>
                      </m:sub>
                    </m:sSub>
                    <m:r>
                      <a:rPr lang="en-GB" sz="2800" i="1">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𝜃</m:t>
                        </m:r>
                      </m:e>
                      <m:sub>
                        <m:r>
                          <a:rPr lang="en-GB" sz="2800" i="1">
                            <a:latin typeface="Cambria Math" panose="02040503050406030204" pitchFamily="18" charset="0"/>
                            <a:ea typeface="Cambria Math" panose="02040503050406030204" pitchFamily="18" charset="0"/>
                          </a:rPr>
                          <m:t>1</m:t>
                        </m:r>
                      </m:sub>
                    </m:sSub>
                    <m:r>
                      <a:rPr lang="en-GB" sz="2800" i="1">
                        <a:latin typeface="Cambria Math" panose="02040503050406030204" pitchFamily="18" charset="0"/>
                        <a:ea typeface="Cambria Math" panose="02040503050406030204" pitchFamily="18" charset="0"/>
                      </a:rPr>
                      <m:t>)</m:t>
                    </m:r>
                    <m:sSup>
                      <m:sSupPr>
                        <m:ctrlPr>
                          <a:rPr lang="en-GB" sz="2800" i="1">
                            <a:latin typeface="Cambria Math" panose="02040503050406030204" pitchFamily="18" charset="0"/>
                            <a:ea typeface="Cambria Math" panose="02040503050406030204" pitchFamily="18" charset="0"/>
                          </a:rPr>
                        </m:ctrlPr>
                      </m:sSupPr>
                      <m:e>
                        <m:r>
                          <a:rPr lang="en-GB" sz="2800" i="1">
                            <a:latin typeface="Cambria Math" panose="02040503050406030204" pitchFamily="18" charset="0"/>
                            <a:ea typeface="Cambria Math" panose="02040503050406030204" pitchFamily="18" charset="0"/>
                          </a:rPr>
                          <m:t>𝑡</m:t>
                        </m:r>
                      </m:e>
                      <m:sup>
                        <m:r>
                          <a:rPr lang="en-GB" sz="2800" b="0" i="1" smtClean="0">
                            <a:latin typeface="Cambria Math" panose="02040503050406030204" pitchFamily="18" charset="0"/>
                            <a:ea typeface="Cambria Math" panose="02040503050406030204" pitchFamily="18" charset="0"/>
                          </a:rPr>
                          <m:t>2</m:t>
                        </m:r>
                      </m:sup>
                    </m:sSup>
                  </m:oMath>
                </a14:m>
                <a:endParaRPr lang="fr-FR" sz="2800"/>
              </a:p>
              <a:p>
                <a:pPr marL="457200" indent="-457200" algn="l">
                  <a:buFont typeface="Arial" panose="020B0604020202020204" pitchFamily="34" charset="0"/>
                  <a:buChar char="•"/>
                </a:pPr>
                <a14:m>
                  <m:oMath xmlns:m="http://schemas.openxmlformats.org/officeDocument/2006/math">
                    <m:acc>
                      <m:accPr>
                        <m:chr m:val="̈"/>
                        <m:ctrlPr>
                          <a:rPr lang="en-GB" sz="2800" i="1" smtClean="0">
                            <a:latin typeface="Cambria Math" panose="02040503050406030204" pitchFamily="18" charset="0"/>
                            <a:ea typeface="Cambria Math" panose="02040503050406030204" pitchFamily="18" charset="0"/>
                          </a:rPr>
                        </m:ctrlPr>
                      </m:accPr>
                      <m:e>
                        <m:r>
                          <a:rPr lang="en-GB" sz="2800" i="1">
                            <a:latin typeface="Cambria Math" panose="02040503050406030204" pitchFamily="18" charset="0"/>
                            <a:ea typeface="Cambria Math" panose="02040503050406030204" pitchFamily="18" charset="0"/>
                          </a:rPr>
                          <m:t>𝜃</m:t>
                        </m:r>
                      </m:e>
                    </m:acc>
                    <m:d>
                      <m:dPr>
                        <m:ctrlPr>
                          <a:rPr lang="en-GB" sz="2800" b="0" i="1" smtClean="0">
                            <a:latin typeface="Cambria Math" panose="02040503050406030204" pitchFamily="18" charset="0"/>
                            <a:ea typeface="Cambria Math" panose="02040503050406030204" pitchFamily="18" charset="0"/>
                          </a:rPr>
                        </m:ctrlPr>
                      </m:dPr>
                      <m:e>
                        <m:r>
                          <a:rPr lang="en-GB" sz="2800" b="0" i="1" smtClean="0">
                            <a:latin typeface="Cambria Math" panose="02040503050406030204" pitchFamily="18" charset="0"/>
                            <a:ea typeface="Cambria Math" panose="02040503050406030204" pitchFamily="18" charset="0"/>
                          </a:rPr>
                          <m:t>𝑡</m:t>
                        </m:r>
                      </m:e>
                    </m:d>
                    <m:r>
                      <a:rPr lang="en-GB" sz="2800" b="0" i="1" smtClean="0">
                        <a:latin typeface="Cambria Math" panose="02040503050406030204" pitchFamily="18" charset="0"/>
                        <a:ea typeface="Cambria Math" panose="02040503050406030204" pitchFamily="18" charset="0"/>
                      </a:rPr>
                      <m:t>=</m:t>
                    </m:r>
                    <m:f>
                      <m:fPr>
                        <m:ctrlPr>
                          <a:rPr lang="en-GB" sz="2800" i="1">
                            <a:latin typeface="Cambria Math" panose="02040503050406030204" pitchFamily="18" charset="0"/>
                            <a:ea typeface="Cambria Math" panose="02040503050406030204" pitchFamily="18" charset="0"/>
                          </a:rPr>
                        </m:ctrlPr>
                      </m:fPr>
                      <m:num>
                        <m:r>
                          <a:rPr lang="en-GB" sz="2800" i="1" smtClean="0">
                            <a:latin typeface="Cambria Math" panose="02040503050406030204" pitchFamily="18" charset="0"/>
                            <a:ea typeface="Cambria Math" panose="02040503050406030204" pitchFamily="18" charset="0"/>
                          </a:rPr>
                          <m:t>6</m:t>
                        </m:r>
                      </m:num>
                      <m:den>
                        <m:sSubSup>
                          <m:sSubSupPr>
                            <m:ctrlPr>
                              <a:rPr lang="en-GB" sz="2800" i="1">
                                <a:latin typeface="Cambria Math" panose="02040503050406030204" pitchFamily="18" charset="0"/>
                                <a:ea typeface="Cambria Math" panose="02040503050406030204" pitchFamily="18" charset="0"/>
                              </a:rPr>
                            </m:ctrlPr>
                          </m:sSubSupPr>
                          <m:e>
                            <m:r>
                              <a:rPr lang="en-GB" sz="2800" i="1">
                                <a:latin typeface="Cambria Math" panose="02040503050406030204" pitchFamily="18" charset="0"/>
                                <a:ea typeface="Cambria Math" panose="02040503050406030204" pitchFamily="18" charset="0"/>
                              </a:rPr>
                              <m:t>𝑡</m:t>
                            </m:r>
                          </m:e>
                          <m:sub>
                            <m:r>
                              <a:rPr lang="en-GB" sz="2800" i="1">
                                <a:latin typeface="Cambria Math" panose="02040503050406030204" pitchFamily="18" charset="0"/>
                                <a:ea typeface="Cambria Math" panose="02040503050406030204" pitchFamily="18" charset="0"/>
                              </a:rPr>
                              <m:t>𝑓</m:t>
                            </m:r>
                          </m:sub>
                          <m:sup>
                            <m:r>
                              <a:rPr lang="en-GB" sz="2800" i="1">
                                <a:latin typeface="Cambria Math" panose="02040503050406030204" pitchFamily="18" charset="0"/>
                                <a:ea typeface="Cambria Math" panose="02040503050406030204" pitchFamily="18" charset="0"/>
                              </a:rPr>
                              <m:t>2</m:t>
                            </m:r>
                          </m:sup>
                        </m:sSubSup>
                      </m:den>
                    </m:f>
                    <m:d>
                      <m:dPr>
                        <m:ctrlPr>
                          <a:rPr lang="en-GB" sz="2800" i="1">
                            <a:latin typeface="Cambria Math" panose="02040503050406030204" pitchFamily="18" charset="0"/>
                            <a:ea typeface="Cambria Math" panose="02040503050406030204" pitchFamily="18" charset="0"/>
                          </a:rPr>
                        </m:ctrlPr>
                      </m:dPr>
                      <m:e>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𝜃</m:t>
                            </m:r>
                          </m:e>
                          <m:sub>
                            <m:r>
                              <a:rPr lang="en-GB" sz="2800" i="1">
                                <a:latin typeface="Cambria Math" panose="02040503050406030204" pitchFamily="18" charset="0"/>
                                <a:ea typeface="Cambria Math" panose="02040503050406030204" pitchFamily="18" charset="0"/>
                              </a:rPr>
                              <m:t>2</m:t>
                            </m:r>
                          </m:sub>
                        </m:sSub>
                        <m:r>
                          <a:rPr lang="en-GB" sz="2800" i="1">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𝜃</m:t>
                            </m:r>
                          </m:e>
                          <m:sub>
                            <m:r>
                              <a:rPr lang="en-GB" sz="2800" i="1">
                                <a:latin typeface="Cambria Math" panose="02040503050406030204" pitchFamily="18" charset="0"/>
                                <a:ea typeface="Cambria Math" panose="02040503050406030204" pitchFamily="18" charset="0"/>
                              </a:rPr>
                              <m:t>1</m:t>
                            </m:r>
                          </m:sub>
                        </m:sSub>
                      </m:e>
                    </m:d>
                    <m:r>
                      <a:rPr lang="en-GB" sz="2800" b="0" i="1" smtClean="0">
                        <a:latin typeface="Cambria Math" panose="02040503050406030204" pitchFamily="18" charset="0"/>
                        <a:ea typeface="Cambria Math" panose="02040503050406030204" pitchFamily="18" charset="0"/>
                      </a:rPr>
                      <m:t>−</m:t>
                    </m:r>
                    <m:f>
                      <m:fPr>
                        <m:ctrlPr>
                          <a:rPr lang="en-GB" sz="2800" i="1">
                            <a:latin typeface="Cambria Math" panose="02040503050406030204" pitchFamily="18" charset="0"/>
                            <a:ea typeface="Cambria Math" panose="02040503050406030204" pitchFamily="18" charset="0"/>
                          </a:rPr>
                        </m:ctrlPr>
                      </m:fPr>
                      <m:num>
                        <m:r>
                          <a:rPr lang="en-GB" sz="2800" b="0" i="1" smtClean="0">
                            <a:latin typeface="Cambria Math" panose="02040503050406030204" pitchFamily="18" charset="0"/>
                            <a:ea typeface="Cambria Math" panose="02040503050406030204" pitchFamily="18" charset="0"/>
                          </a:rPr>
                          <m:t>12</m:t>
                        </m:r>
                      </m:num>
                      <m:den>
                        <m:sSubSup>
                          <m:sSubSupPr>
                            <m:ctrlPr>
                              <a:rPr lang="en-GB" sz="2800" i="1">
                                <a:latin typeface="Cambria Math" panose="02040503050406030204" pitchFamily="18" charset="0"/>
                                <a:ea typeface="Cambria Math" panose="02040503050406030204" pitchFamily="18" charset="0"/>
                              </a:rPr>
                            </m:ctrlPr>
                          </m:sSubSupPr>
                          <m:e>
                            <m:r>
                              <a:rPr lang="en-GB" sz="2800" i="1">
                                <a:latin typeface="Cambria Math" panose="02040503050406030204" pitchFamily="18" charset="0"/>
                                <a:ea typeface="Cambria Math" panose="02040503050406030204" pitchFamily="18" charset="0"/>
                              </a:rPr>
                              <m:t>𝑡</m:t>
                            </m:r>
                          </m:e>
                          <m:sub>
                            <m:r>
                              <a:rPr lang="en-GB" sz="2800" i="1">
                                <a:latin typeface="Cambria Math" panose="02040503050406030204" pitchFamily="18" charset="0"/>
                                <a:ea typeface="Cambria Math" panose="02040503050406030204" pitchFamily="18" charset="0"/>
                              </a:rPr>
                              <m:t>𝑓</m:t>
                            </m:r>
                          </m:sub>
                          <m:sup>
                            <m:r>
                              <a:rPr lang="en-GB" sz="2800" i="1">
                                <a:latin typeface="Cambria Math" panose="02040503050406030204" pitchFamily="18" charset="0"/>
                                <a:ea typeface="Cambria Math" panose="02040503050406030204" pitchFamily="18" charset="0"/>
                              </a:rPr>
                              <m:t>3</m:t>
                            </m:r>
                          </m:sup>
                        </m:sSubSup>
                      </m:den>
                    </m:f>
                    <m:r>
                      <a:rPr lang="en-GB" sz="2800" i="1">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𝜃</m:t>
                        </m:r>
                      </m:e>
                      <m:sub>
                        <m:r>
                          <a:rPr lang="en-GB" sz="2800" i="1">
                            <a:latin typeface="Cambria Math" panose="02040503050406030204" pitchFamily="18" charset="0"/>
                            <a:ea typeface="Cambria Math" panose="02040503050406030204" pitchFamily="18" charset="0"/>
                          </a:rPr>
                          <m:t>2</m:t>
                        </m:r>
                      </m:sub>
                    </m:sSub>
                    <m:r>
                      <a:rPr lang="en-GB" sz="2800" i="1">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r>
                          <a:rPr lang="en-GB" sz="2800" i="1">
                            <a:latin typeface="Cambria Math" panose="02040503050406030204" pitchFamily="18" charset="0"/>
                            <a:ea typeface="Cambria Math" panose="02040503050406030204" pitchFamily="18" charset="0"/>
                          </a:rPr>
                          <m:t>𝜃</m:t>
                        </m:r>
                      </m:e>
                      <m:sub>
                        <m:r>
                          <a:rPr lang="en-GB" sz="2800" i="1">
                            <a:latin typeface="Cambria Math" panose="02040503050406030204" pitchFamily="18" charset="0"/>
                            <a:ea typeface="Cambria Math" panose="02040503050406030204" pitchFamily="18" charset="0"/>
                          </a:rPr>
                          <m:t>1</m:t>
                        </m:r>
                      </m:sub>
                    </m:sSub>
                    <m:r>
                      <a:rPr lang="en-GB" sz="2800" i="1">
                        <a:latin typeface="Cambria Math" panose="02040503050406030204" pitchFamily="18" charset="0"/>
                        <a:ea typeface="Cambria Math" panose="02040503050406030204" pitchFamily="18" charset="0"/>
                      </a:rPr>
                      <m:t>)</m:t>
                    </m:r>
                  </m:oMath>
                </a14:m>
                <a:r>
                  <a:rPr lang="fr-FR" sz="2800"/>
                  <a:t>t</a:t>
                </a:r>
              </a:p>
              <a:p>
                <a:pPr marL="457200" indent="-457200" algn="l">
                  <a:buFont typeface="Arial" panose="020B0604020202020204" pitchFamily="34" charset="0"/>
                  <a:buChar char="•"/>
                </a:pPr>
                <a:endParaRPr lang="fr-FR" sz="2800"/>
              </a:p>
              <a:p>
                <a:pPr algn="l"/>
                <a:r>
                  <a:rPr lang="en-GB" sz="2800"/>
                  <a:t>where</a:t>
                </a:r>
                <a14:m>
                  <m:oMath xmlns:m="http://schemas.openxmlformats.org/officeDocument/2006/math">
                    <m:r>
                      <a:rPr lang="en-GB" sz="2800" b="0" i="0" smtClean="0">
                        <a:latin typeface="Cambria Math" panose="02040503050406030204" pitchFamily="18" charset="0"/>
                        <a:ea typeface="Cambria Math" panose="02040503050406030204" pitchFamily="18" charset="0"/>
                      </a:rPr>
                      <m:t> </m:t>
                    </m:r>
                    <m:sSub>
                      <m:sSubPr>
                        <m:ctrlPr>
                          <a:rPr lang="en-GB" sz="2800" i="1">
                            <a:latin typeface="Cambria Math" panose="02040503050406030204" pitchFamily="18" charset="0"/>
                            <a:ea typeface="Cambria Math" panose="02040503050406030204" pitchFamily="18" charset="0"/>
                          </a:rPr>
                        </m:ctrlPr>
                      </m:sSubPr>
                      <m:e>
                        <m:r>
                          <a:rPr lang="en-GB" sz="2800" b="0" i="1" smtClean="0">
                            <a:latin typeface="Cambria Math" panose="02040503050406030204" pitchFamily="18" charset="0"/>
                            <a:ea typeface="Cambria Math" panose="02040503050406030204" pitchFamily="18" charset="0"/>
                          </a:rPr>
                          <m:t> </m:t>
                        </m:r>
                        <m:r>
                          <a:rPr lang="en-GB" sz="2800" i="1">
                            <a:latin typeface="Cambria Math" panose="02040503050406030204" pitchFamily="18" charset="0"/>
                            <a:ea typeface="Cambria Math" panose="02040503050406030204" pitchFamily="18" charset="0"/>
                          </a:rPr>
                          <m:t>𝑡</m:t>
                        </m:r>
                      </m:e>
                      <m:sub>
                        <m:r>
                          <a:rPr lang="en-GB" sz="2800" i="1">
                            <a:latin typeface="Cambria Math" panose="02040503050406030204" pitchFamily="18" charset="0"/>
                            <a:ea typeface="Cambria Math" panose="02040503050406030204" pitchFamily="18" charset="0"/>
                          </a:rPr>
                          <m:t>𝑓</m:t>
                        </m:r>
                      </m:sub>
                    </m:sSub>
                  </m:oMath>
                </a14:m>
                <a:r>
                  <a:rPr lang="en-GB" sz="2800"/>
                  <a:t>is the time to complete the profile.</a:t>
                </a:r>
                <a:endParaRPr lang="fr-FR" sz="2800"/>
              </a:p>
              <a:p>
                <a:pPr marL="457200" indent="-457200" algn="l">
                  <a:buFont typeface="Arial" panose="020B0604020202020204" pitchFamily="34" charset="0"/>
                  <a:buChar char="•"/>
                </a:pPr>
                <a:endParaRPr lang="fr-FR" sz="2800"/>
              </a:p>
              <a:p>
                <a:pPr marL="457200" indent="-457200" algn="l">
                  <a:buFont typeface="Arial" panose="020B0604020202020204" pitchFamily="34" charset="0"/>
                  <a:buChar char="•"/>
                </a:pPr>
                <a:endParaRPr lang="en-GB" sz="2800">
                  <a:ea typeface="Cambria Math" panose="02040503050406030204" pitchFamily="18" charset="0"/>
                </a:endParaRPr>
              </a:p>
            </p:txBody>
          </p:sp>
        </mc:Choice>
        <mc:Fallback>
          <p:sp>
            <p:nvSpPr>
              <p:cNvPr id="5" name="Subtitle 4"/>
              <p:cNvSpPr>
                <a:spLocks noGrp="1" noRot="1" noChangeAspect="1" noMove="1" noResize="1" noEditPoints="1" noAdjustHandles="1" noChangeArrowheads="1" noChangeShapeType="1" noTextEdit="1"/>
              </p:cNvSpPr>
              <p:nvPr>
                <p:ph type="subTitle" idx="1"/>
              </p:nvPr>
            </p:nvSpPr>
            <p:spPr>
              <a:xfrm>
                <a:off x="1933259" y="1428234"/>
                <a:ext cx="8696641" cy="4953516"/>
              </a:xfrm>
              <a:blipFill>
                <a:blip r:embed="rId2"/>
                <a:stretch>
                  <a:fillRect l="-1051" t="-3075"/>
                </a:stretch>
              </a:blipFill>
            </p:spPr>
            <p:txBody>
              <a:bodyPr/>
              <a:lstStyle/>
              <a:p>
                <a:r>
                  <a:rPr lang="en-US">
                    <a:noFill/>
                  </a:rPr>
                  <a:t> </a:t>
                </a:r>
              </a:p>
            </p:txBody>
          </p:sp>
        </mc:Fallback>
      </mc:AlternateContent>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564718" y="742434"/>
            <a:ext cx="3343416" cy="523220"/>
          </a:xfrm>
          <a:prstGeom prst="rect">
            <a:avLst/>
          </a:prstGeom>
        </p:spPr>
        <p:txBody>
          <a:bodyPr wrap="none">
            <a:spAutoFit/>
          </a:bodyPr>
          <a:lstStyle/>
          <a:p>
            <a:r>
              <a:rPr lang="en-GB" sz="2800"/>
              <a:t>Solution : Polynomial </a:t>
            </a:r>
            <a:endParaRPr lang="fr-FR" sz="2800"/>
          </a:p>
        </p:txBody>
      </p:sp>
    </p:spTree>
    <p:extLst>
      <p:ext uri="{BB962C8B-B14F-4D97-AF65-F5344CB8AC3E}">
        <p14:creationId xmlns:p14="http://schemas.microsoft.com/office/powerpoint/2010/main" val="1647940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564718" y="742434"/>
            <a:ext cx="4089389" cy="523220"/>
          </a:xfrm>
          <a:prstGeom prst="rect">
            <a:avLst/>
          </a:prstGeom>
        </p:spPr>
        <p:txBody>
          <a:bodyPr wrap="none">
            <a:spAutoFit/>
          </a:bodyPr>
          <a:lstStyle/>
          <a:p>
            <a:r>
              <a:rPr lang="fr-FR" sz="2800"/>
              <a:t>Polynomial move, </a:t>
            </a:r>
            <a:r>
              <a:rPr lang="fr-FR" sz="2800" err="1"/>
              <a:t>example</a:t>
            </a:r>
            <a:endParaRPr lang="fr-FR" sz="2800"/>
          </a:p>
        </p:txBody>
      </p:sp>
      <p:grpSp>
        <p:nvGrpSpPr>
          <p:cNvPr id="5" name="Group 4"/>
          <p:cNvGrpSpPr/>
          <p:nvPr/>
        </p:nvGrpSpPr>
        <p:grpSpPr>
          <a:xfrm>
            <a:off x="279400" y="1428234"/>
            <a:ext cx="7335074" cy="4626000"/>
            <a:chOff x="3035808" y="1522968"/>
            <a:chExt cx="7335074" cy="4624032"/>
          </a:xfrm>
        </p:grpSpPr>
        <p:pic>
          <p:nvPicPr>
            <p:cNvPr id="3" name="Picture 2"/>
            <p:cNvPicPr>
              <a:picLocks noChangeAspect="1"/>
            </p:cNvPicPr>
            <p:nvPr/>
          </p:nvPicPr>
          <p:blipFill>
            <a:blip r:embed="rId2" cstate="screen">
              <a:lum bright="-20000" contrast="40000"/>
              <a:extLst>
                <a:ext uri="{28A0092B-C50C-407E-A947-70E740481C1C}">
                  <a14:useLocalDpi xmlns:a14="http://schemas.microsoft.com/office/drawing/2010/main"/>
                </a:ext>
              </a:extLst>
            </a:blip>
            <a:stretch>
              <a:fillRect/>
            </a:stretch>
          </p:blipFill>
          <p:spPr>
            <a:xfrm>
              <a:off x="3035808" y="1522968"/>
              <a:ext cx="6939586" cy="4624032"/>
            </a:xfrm>
            <a:prstGeom prst="rect">
              <a:avLst/>
            </a:prstGeom>
          </p:spPr>
        </p:pic>
        <p:sp>
          <p:nvSpPr>
            <p:cNvPr id="8" name="TextBox 7"/>
            <p:cNvSpPr txBox="1"/>
            <p:nvPr/>
          </p:nvSpPr>
          <p:spPr>
            <a:xfrm>
              <a:off x="9235440" y="1522968"/>
              <a:ext cx="936667" cy="369332"/>
            </a:xfrm>
            <a:prstGeom prst="rect">
              <a:avLst/>
            </a:prstGeom>
            <a:solidFill>
              <a:schemeClr val="bg1"/>
            </a:solidFill>
          </p:spPr>
          <p:txBody>
            <a:bodyPr wrap="none" rtlCol="0">
              <a:spAutoFit/>
            </a:bodyPr>
            <a:lstStyle/>
            <a:p>
              <a:r>
                <a:rPr lang="en-GB"/>
                <a:t>Position</a:t>
              </a:r>
            </a:p>
          </p:txBody>
        </p:sp>
        <p:sp>
          <p:nvSpPr>
            <p:cNvPr id="9" name="TextBox 8"/>
            <p:cNvSpPr txBox="1"/>
            <p:nvPr/>
          </p:nvSpPr>
          <p:spPr>
            <a:xfrm>
              <a:off x="8546592" y="3083544"/>
              <a:ext cx="764953" cy="369332"/>
            </a:xfrm>
            <a:prstGeom prst="rect">
              <a:avLst/>
            </a:prstGeom>
            <a:solidFill>
              <a:schemeClr val="bg1"/>
            </a:solidFill>
          </p:spPr>
          <p:txBody>
            <a:bodyPr wrap="none" rtlCol="0">
              <a:spAutoFit/>
            </a:bodyPr>
            <a:lstStyle/>
            <a:p>
              <a:r>
                <a:rPr lang="en-GB"/>
                <a:t>Speed</a:t>
              </a:r>
            </a:p>
          </p:txBody>
        </p:sp>
        <p:sp>
          <p:nvSpPr>
            <p:cNvPr id="10" name="TextBox 9"/>
            <p:cNvSpPr txBox="1"/>
            <p:nvPr/>
          </p:nvSpPr>
          <p:spPr>
            <a:xfrm>
              <a:off x="9016472" y="4793282"/>
              <a:ext cx="1354410" cy="369332"/>
            </a:xfrm>
            <a:prstGeom prst="rect">
              <a:avLst/>
            </a:prstGeom>
            <a:solidFill>
              <a:schemeClr val="bg1"/>
            </a:solidFill>
          </p:spPr>
          <p:txBody>
            <a:bodyPr wrap="none" rtlCol="0">
              <a:spAutoFit/>
            </a:bodyPr>
            <a:lstStyle/>
            <a:p>
              <a:r>
                <a:rPr lang="en-GB"/>
                <a:t>Acceleration</a:t>
              </a:r>
            </a:p>
          </p:txBody>
        </p:sp>
      </p:gr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828C1A40-FEC4-1F4A-AC32-14CA0FEC0852}"/>
                  </a:ext>
                </a:extLst>
              </p:cNvPr>
              <p:cNvSpPr txBox="1"/>
              <p:nvPr/>
            </p:nvSpPr>
            <p:spPr>
              <a:xfrm>
                <a:off x="7744586" y="2563924"/>
                <a:ext cx="3303084" cy="11773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𝜃</m:t>
                          </m:r>
                        </m:e>
                        <m:sub>
                          <m:r>
                            <a:rPr lang="en-GB" sz="3200" b="0" i="1" smtClean="0">
                              <a:latin typeface="Cambria Math" panose="02040503050406030204" pitchFamily="18" charset="0"/>
                            </a:rPr>
                            <m:t>1</m:t>
                          </m:r>
                        </m:sub>
                      </m:sSub>
                      <m:r>
                        <a:rPr lang="en-GB" sz="3200" b="0" i="1" smtClean="0">
                          <a:latin typeface="Cambria Math" panose="02040503050406030204" pitchFamily="18" charset="0"/>
                        </a:rPr>
                        <m:t>=15</m:t>
                      </m:r>
                      <m:r>
                        <a:rPr lang="en-GB" sz="3200" b="0" i="0" smtClean="0">
                          <a:latin typeface="Cambria Math" panose="02040503050406030204" pitchFamily="18" charset="0"/>
                        </a:rPr>
                        <m:t>, </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𝜃</m:t>
                          </m:r>
                        </m:e>
                        <m:sub>
                          <m:r>
                            <a:rPr lang="en-GB" sz="3200" b="0" i="1" smtClean="0">
                              <a:latin typeface="Cambria Math" panose="02040503050406030204" pitchFamily="18" charset="0"/>
                            </a:rPr>
                            <m:t>2</m:t>
                          </m:r>
                        </m:sub>
                      </m:sSub>
                      <m:r>
                        <a:rPr lang="en-GB" sz="3200" b="0" i="1" smtClean="0">
                          <a:latin typeface="Cambria Math" panose="02040503050406030204" pitchFamily="18" charset="0"/>
                        </a:rPr>
                        <m:t>=75</m:t>
                      </m:r>
                    </m:oMath>
                  </m:oMathPara>
                </a14:m>
                <a:endParaRPr lang="en-GB" sz="3200" b="0"/>
              </a:p>
              <a:p>
                <a:pPr/>
                <a14:m>
                  <m:oMathPara xmlns:m="http://schemas.openxmlformats.org/officeDocument/2006/math">
                    <m:oMathParaPr>
                      <m:jc m:val="centerGroup"/>
                    </m:oMathParaPr>
                    <m:oMath xmlns:m="http://schemas.openxmlformats.org/officeDocument/2006/math">
                      <m:acc>
                        <m:accPr>
                          <m:chr m:val="̇"/>
                          <m:ctrlPr>
                            <a:rPr lang="en-GB" sz="3200" b="0" i="1" smtClean="0">
                              <a:latin typeface="Cambria Math" panose="02040503050406030204" pitchFamily="18" charset="0"/>
                            </a:rPr>
                          </m:ctrlPr>
                        </m:accPr>
                        <m:e>
                          <m:r>
                            <a:rPr lang="en-GB" sz="3200" b="0" i="1" smtClean="0">
                              <a:latin typeface="Cambria Math" panose="02040503050406030204" pitchFamily="18" charset="0"/>
                            </a:rPr>
                            <m:t>𝜃</m:t>
                          </m:r>
                          <m:d>
                            <m:dPr>
                              <m:ctrlPr>
                                <a:rPr lang="en-GB" sz="3200" b="0" i="1" smtClean="0">
                                  <a:latin typeface="Cambria Math" panose="02040503050406030204" pitchFamily="18" charset="0"/>
                                </a:rPr>
                              </m:ctrlPr>
                            </m:dPr>
                            <m:e>
                              <m:r>
                                <a:rPr lang="en-GB" sz="3200" b="0" i="1" smtClean="0">
                                  <a:latin typeface="Cambria Math" panose="02040503050406030204" pitchFamily="18" charset="0"/>
                                </a:rPr>
                                <m:t>0</m:t>
                              </m:r>
                            </m:e>
                          </m:d>
                        </m:e>
                      </m:acc>
                      <m:r>
                        <a:rPr lang="en-GB" sz="3200" b="0" i="1" smtClean="0">
                          <a:latin typeface="Cambria Math" panose="02040503050406030204" pitchFamily="18" charset="0"/>
                        </a:rPr>
                        <m:t>=</m:t>
                      </m:r>
                      <m:acc>
                        <m:accPr>
                          <m:chr m:val="̇"/>
                          <m:ctrlPr>
                            <a:rPr lang="en-GB" sz="3200" b="0" i="1" smtClean="0">
                              <a:latin typeface="Cambria Math" panose="02040503050406030204" pitchFamily="18" charset="0"/>
                            </a:rPr>
                          </m:ctrlPr>
                        </m:accPr>
                        <m:e>
                          <m:r>
                            <a:rPr lang="en-GB" sz="3200" b="0" i="1" smtClean="0">
                              <a:latin typeface="Cambria Math" panose="02040503050406030204" pitchFamily="18" charset="0"/>
                            </a:rPr>
                            <m:t>𝜃</m:t>
                          </m:r>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𝑡</m:t>
                              </m:r>
                            </m:e>
                            <m:sub>
                              <m:r>
                                <a:rPr lang="en-GB" sz="3200" b="0" i="1" smtClean="0">
                                  <a:latin typeface="Cambria Math" panose="02040503050406030204" pitchFamily="18" charset="0"/>
                                </a:rPr>
                                <m:t>𝑓</m:t>
                              </m:r>
                            </m:sub>
                          </m:sSub>
                          <m:r>
                            <a:rPr lang="en-GB" sz="3200" b="0" i="1" smtClean="0">
                              <a:latin typeface="Cambria Math" panose="02040503050406030204" pitchFamily="18" charset="0"/>
                            </a:rPr>
                            <m:t>)</m:t>
                          </m:r>
                        </m:e>
                      </m:acc>
                      <m:r>
                        <a:rPr lang="en-GB" sz="3200" b="0" i="1" smtClean="0">
                          <a:latin typeface="Cambria Math" panose="02040503050406030204" pitchFamily="18" charset="0"/>
                        </a:rPr>
                        <m:t>=0</m:t>
                      </m:r>
                    </m:oMath>
                  </m:oMathPara>
                </a14:m>
                <a:endParaRPr lang="en-GB" sz="3200" b="0"/>
              </a:p>
            </p:txBody>
          </p:sp>
        </mc:Choice>
        <mc:Fallback>
          <p:sp>
            <p:nvSpPr>
              <p:cNvPr id="2" name="TextBox 1">
                <a:extLst>
                  <a:ext uri="{FF2B5EF4-FFF2-40B4-BE49-F238E27FC236}">
                    <a16:creationId xmlns:a16="http://schemas.microsoft.com/office/drawing/2014/main" id="{828C1A40-FEC4-1F4A-AC32-14CA0FEC0852}"/>
                  </a:ext>
                </a:extLst>
              </p:cNvPr>
              <p:cNvSpPr txBox="1">
                <a:spLocks noRot="1" noChangeAspect="1" noMove="1" noResize="1" noEditPoints="1" noAdjustHandles="1" noChangeArrowheads="1" noChangeShapeType="1" noTextEdit="1"/>
              </p:cNvSpPr>
              <p:nvPr/>
            </p:nvSpPr>
            <p:spPr>
              <a:xfrm>
                <a:off x="7744586" y="2563924"/>
                <a:ext cx="3303084" cy="117731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482178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9700"/>
            <a:ext cx="1628459" cy="369332"/>
          </a:xfrm>
          <a:prstGeom prst="rect">
            <a:avLst/>
          </a:prstGeom>
          <a:noFill/>
        </p:spPr>
        <p:txBody>
          <a:bodyPr wrap="none" rtlCol="0">
            <a:spAutoFit/>
          </a:bodyPr>
          <a:lstStyle/>
          <a:p>
            <a:r>
              <a:rPr lang="en-GB"/>
              <a:t>Motion Profiles</a:t>
            </a:r>
            <a:endParaRPr lang="fr-FR"/>
          </a:p>
        </p:txBody>
      </p:sp>
      <p:sp>
        <p:nvSpPr>
          <p:cNvPr id="6" name="Rectangle 5"/>
          <p:cNvSpPr/>
          <p:nvPr/>
        </p:nvSpPr>
        <p:spPr>
          <a:xfrm>
            <a:off x="279400" y="673100"/>
            <a:ext cx="11658600"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mc:AlternateContent xmlns:mc="http://schemas.openxmlformats.org/markup-compatibility/2006">
        <mc:Choice xmlns:a14="http://schemas.microsoft.com/office/drawing/2010/main" Requires="a14">
          <p:sp>
            <p:nvSpPr>
              <p:cNvPr id="7" name="Rectangle 6"/>
              <p:cNvSpPr/>
              <p:nvPr/>
            </p:nvSpPr>
            <p:spPr>
              <a:xfrm>
                <a:off x="564718" y="742434"/>
                <a:ext cx="6529993" cy="588559"/>
              </a:xfrm>
              <a:prstGeom prst="rect">
                <a:avLst/>
              </a:prstGeom>
            </p:spPr>
            <p:txBody>
              <a:bodyPr wrap="none">
                <a:spAutoFit/>
              </a:bodyPr>
              <a:lstStyle/>
              <a:p>
                <a:r>
                  <a:rPr lang="en-GB" sz="2800"/>
                  <a:t>Polynomial move with via point </a:t>
                </a:r>
                <a14:m>
                  <m:oMath xmlns:m="http://schemas.openxmlformats.org/officeDocument/2006/math">
                    <m:acc>
                      <m:accPr>
                        <m:chr m:val="̇"/>
                        <m:ctrlPr>
                          <a:rPr lang="en-GB" sz="2800" i="1">
                            <a:latin typeface="Cambria Math" panose="02040503050406030204" pitchFamily="18" charset="0"/>
                            <a:ea typeface="Cambria Math" panose="02040503050406030204" pitchFamily="18" charset="0"/>
                          </a:rPr>
                        </m:ctrlPr>
                      </m:accPr>
                      <m:e>
                        <m:r>
                          <a:rPr lang="en-GB" sz="2800" i="1">
                            <a:latin typeface="Cambria Math" panose="02040503050406030204" pitchFamily="18" charset="0"/>
                            <a:ea typeface="Cambria Math" panose="02040503050406030204" pitchFamily="18" charset="0"/>
                          </a:rPr>
                          <m:t>𝜃</m:t>
                        </m:r>
                      </m:e>
                    </m:acc>
                    <m:d>
                      <m:dPr>
                        <m:ctrlPr>
                          <a:rPr lang="en-GB" sz="2800" i="1">
                            <a:latin typeface="Cambria Math" panose="02040503050406030204" pitchFamily="18" charset="0"/>
                            <a:ea typeface="Cambria Math" panose="02040503050406030204" pitchFamily="18" charset="0"/>
                          </a:rPr>
                        </m:ctrlPr>
                      </m:dPr>
                      <m:e>
                        <m:sSub>
                          <m:sSubPr>
                            <m:ctrlPr>
                              <a:rPr lang="en-GB" sz="2800" b="0" i="1" smtClean="0">
                                <a:latin typeface="Cambria Math" panose="02040503050406030204" pitchFamily="18" charset="0"/>
                                <a:ea typeface="Cambria Math" panose="02040503050406030204" pitchFamily="18" charset="0"/>
                              </a:rPr>
                            </m:ctrlPr>
                          </m:sSubPr>
                          <m:e>
                            <m:r>
                              <a:rPr lang="en-GB" sz="2800" b="0" i="1" smtClean="0">
                                <a:latin typeface="Cambria Math" panose="02040503050406030204" pitchFamily="18" charset="0"/>
                                <a:ea typeface="Cambria Math" panose="02040503050406030204" pitchFamily="18" charset="0"/>
                              </a:rPr>
                              <m:t>𝑡</m:t>
                            </m:r>
                          </m:e>
                          <m:sub>
                            <m:r>
                              <a:rPr lang="en-GB" sz="2800" b="0" i="1" smtClean="0">
                                <a:latin typeface="Cambria Math" panose="02040503050406030204" pitchFamily="18" charset="0"/>
                                <a:ea typeface="Cambria Math" panose="02040503050406030204" pitchFamily="18" charset="0"/>
                              </a:rPr>
                              <m:t>𝑓</m:t>
                            </m:r>
                          </m:sub>
                        </m:sSub>
                      </m:e>
                    </m:d>
                    <m:r>
                      <a:rPr lang="en-GB" sz="2800" i="1" smtClean="0">
                        <a:latin typeface="Cambria Math" panose="02040503050406030204" pitchFamily="18" charset="0"/>
                        <a:ea typeface="Cambria Math" panose="02040503050406030204" pitchFamily="18" charset="0"/>
                      </a:rPr>
                      <m:t>≠</m:t>
                    </m:r>
                    <m:r>
                      <a:rPr lang="en-GB" sz="2800" i="1">
                        <a:latin typeface="Cambria Math" panose="02040503050406030204" pitchFamily="18" charset="0"/>
                        <a:ea typeface="Cambria Math" panose="02040503050406030204" pitchFamily="18" charset="0"/>
                      </a:rPr>
                      <m:t>0</m:t>
                    </m:r>
                  </m:oMath>
                </a14:m>
                <a:r>
                  <a:rPr lang="fr-FR" sz="2800"/>
                  <a:t> </a:t>
                </a:r>
                <a:r>
                  <a:rPr lang="en-GB" sz="2800"/>
                  <a:t>)</a:t>
                </a:r>
                <a:endParaRPr lang="fr-FR" sz="2800"/>
              </a:p>
            </p:txBody>
          </p:sp>
        </mc:Choice>
        <mc:Fallback>
          <p:sp>
            <p:nvSpPr>
              <p:cNvPr id="7" name="Rectangle 6"/>
              <p:cNvSpPr>
                <a:spLocks noRot="1" noChangeAspect="1" noMove="1" noResize="1" noEditPoints="1" noAdjustHandles="1" noChangeArrowheads="1" noChangeShapeType="1" noTextEdit="1"/>
              </p:cNvSpPr>
              <p:nvPr/>
            </p:nvSpPr>
            <p:spPr>
              <a:xfrm>
                <a:off x="564718" y="742434"/>
                <a:ext cx="6529993" cy="588559"/>
              </a:xfrm>
              <a:prstGeom prst="rect">
                <a:avLst/>
              </a:prstGeom>
              <a:blipFill>
                <a:blip r:embed="rId2"/>
                <a:stretch>
                  <a:fillRect l="-1961" t="-5208" r="-934" b="-23958"/>
                </a:stretch>
              </a:blipFill>
            </p:spPr>
            <p:txBody>
              <a:bodyPr/>
              <a:lstStyle/>
              <a:p>
                <a:r>
                  <a:rPr lang="en-US">
                    <a:noFill/>
                  </a:rPr>
                  <a:t> </a:t>
                </a:r>
              </a:p>
            </p:txBody>
          </p:sp>
        </mc:Fallback>
      </mc:AlternateContent>
      <p:pic>
        <p:nvPicPr>
          <p:cNvPr id="3" name="Picture 2"/>
          <p:cNvPicPr>
            <a:picLocks noChangeAspect="1"/>
          </p:cNvPicPr>
          <p:nvPr/>
        </p:nvPicPr>
        <p:blipFill>
          <a:blip r:embed="rId3"/>
          <a:stretch>
            <a:fillRect/>
          </a:stretch>
        </p:blipFill>
        <p:spPr>
          <a:xfrm>
            <a:off x="1899711" y="1373697"/>
            <a:ext cx="7678392" cy="4823672"/>
          </a:xfrm>
          <a:prstGeom prst="rect">
            <a:avLst/>
          </a:prstGeom>
        </p:spPr>
      </p:pic>
    </p:spTree>
    <p:extLst>
      <p:ext uri="{BB962C8B-B14F-4D97-AF65-F5344CB8AC3E}">
        <p14:creationId xmlns:p14="http://schemas.microsoft.com/office/powerpoint/2010/main" val="19313642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PPRESENTATIONGUID" val="208e3174-c2f1-425c-9556-5b7e8395febf"/>
  <p:tag name="WASPOLLED" val="A3841FA0ED684B35855FC77E52BED5B4"/>
  <p:tag name="TPVERSION" val="8"/>
  <p:tag name="TPFULLVERSION" val="8.6.2.11"/>
  <p:tag name="PPTVERSION" val="16"/>
  <p:tag name="TPOS" val="2"/>
  <p:tag name="TPLASTSAVEVERSION" val="6.4 PC"/>
  <p:tag name="PRESGUID" val="0bb7a4b0-86b3-408b-b2b6-bd14aae080bb"/>
</p:tagLst>
</file>

<file path=ppt/tags/tag2.xml><?xml version="1.0" encoding="utf-8"?>
<p:tagLst xmlns:a="http://schemas.openxmlformats.org/drawingml/2006/main" xmlns:r="http://schemas.openxmlformats.org/officeDocument/2006/relationships" xmlns:p="http://schemas.openxmlformats.org/presentationml/2006/main">
  <p:tag name="TYPE" val="NumericSlide"/>
  <p:tag name="TPQUESTIONXML" val="﻿&lt;?xml version=&quot;1.0&quot; encoding=&quot;utf-8&quot;?&gt;&#10;&lt;questionlist&gt;&#10;    &lt;properties&gt;&#10;        &lt;guid&gt;4F761E2D2E1D45848BF957E269A63728&lt;/guid&gt;&#10;        &lt;description /&gt;&#10;        &lt;date&gt;3/8/2017 8:21:54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numeric&gt;&#10;            &lt;guid&gt;96D84D460F5E45329A526664FFE85BCB&lt;/guid&gt;&#10;            &lt;repollguid&gt;E52C3E03D96449B9AF928C06C8B26AE4&lt;/repollguid&gt;&#10;            &lt;sourceid&gt;7B6958BF96A249ADA23805AB29DA394D&lt;/sourceid&gt;&#10;            &lt;questiontext&gt;A disk is required to move from standstill, 90 degrees in 1 sec and then stop there, based on (a) a trapezoidal path; and (b) a triangular path. Find the peak speed and slope’s acceleration.&lt;/questiontext&gt;&#10;            &lt;showresults&gt;True&lt;/showresults&gt;&#10;            &lt;responsegrid&gt;0&lt;/responsegrid&gt;&#10;            &lt;countdowntimer&gt;False&lt;/countdowntimer&gt;&#10;            &lt;countdowntime&gt;30&lt;/countdowntime&gt;&#10;            &lt;correctvalue&gt;1&lt;/correctvalue&gt;&#10;            &lt;incorrectvalue&gt;0&lt;/incorrectvalue&gt;&#10;            &lt;numericvaluetype&gt;0&lt;/numericvaluetype&gt;&#10;            &lt;metadata&gt;&#10;                &lt;entry&gt;&#10;                    &lt;key&gt;AUTOFORMATCHART&lt;/key&gt;&#10;                    &lt;value&gt;True&lt;/value&gt;&#10;                &lt;/entry&gt;&#10;                &lt;entry&gt;&#10;                    &lt;key&gt;AUTOOPENPOLL&lt;/key&gt;&#10;                    &lt;value&gt;True&lt;/value&gt;&#10;                &lt;/entry&gt;&#10;                &lt;entry&gt;&#10;                    &lt;key&gt;LIVECHARTING&lt;/key&gt;&#10;                    &lt;value&gt;False&lt;/value&gt;&#10;                &lt;/entry&gt;&#10;            &lt;/metadata&gt;&#10;        &lt;/numeric&gt;&#10;    &lt;/questions&gt;&#10;&lt;/questionlist&gt;"/>
  <p:tag name="LIVECHARTING" val="False"/>
  <p:tag name="AUTOOPENPOLL" val="True"/>
  <p:tag name="AUTOFORMATCHART" val="True"/>
  <p:tag name="RESULTS" val="A disk is required to move from standstill, 90 degrees in 1 sec and then stop there, based on (a) a trapezoidal path; and (b) a triangular path. Find the peak speed and slope’s acceleration.[;crlf;]1[;]1[;]1[;]False[;]0[;][;crlf;]180[;]180[;]0[;]0[;crlf;]1[;]0[;]180[;]180[;]"/>
  <p:tag name="HASRESULTS" val="True"/>
  <p:tag name="TPRESULTSINDEX" val="0"/>
</p:tagLst>
</file>

<file path=ppt/tags/tag3.xml><?xml version="1.0" encoding="utf-8"?>
<p:tagLst xmlns:a="http://schemas.openxmlformats.org/drawingml/2006/main" xmlns:r="http://schemas.openxmlformats.org/officeDocument/2006/relationships" xmlns:p="http://schemas.openxmlformats.org/presentationml/2006/main">
  <p:tag name="TYPE" val="0"/>
  <p:tag name="COLORTYPE" val="SCHEME"/>
  <p:tag name="DEFINEDCOLORS" val="3,6,10,45,32,50,13,4,9,55,1"/>
  <p:tag name="NUMBERFORMAT" val="0"/>
  <p:tag name="LABELFORMAT" val="0"/>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C7AE97A4D43F40AE9F2A438CEE8608" ma:contentTypeVersion="5" ma:contentTypeDescription="Create a new document." ma:contentTypeScope="" ma:versionID="e69f327623db8f6edf4a9e6c0acd07e2">
  <xsd:schema xmlns:xsd="http://www.w3.org/2001/XMLSchema" xmlns:xs="http://www.w3.org/2001/XMLSchema" xmlns:p="http://schemas.microsoft.com/office/2006/metadata/properties" xmlns:ns2="1853fc0a-4fe5-41ff-8cde-ac60c4e4b037" xmlns:ns3="07167114-5342-4025-84a9-c06f0274c9e9" targetNamespace="http://schemas.microsoft.com/office/2006/metadata/properties" ma:root="true" ma:fieldsID="f44cf39caeafd9be1221281c13c3f0cd" ns2:_="" ns3:_="">
    <xsd:import namespace="1853fc0a-4fe5-41ff-8cde-ac60c4e4b037"/>
    <xsd:import namespace="07167114-5342-4025-84a9-c06f0274c9e9"/>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853fc0a-4fe5-41ff-8cde-ac60c4e4b0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7167114-5342-4025-84a9-c06f0274c9e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F59D074-4E27-48FB-9117-A3D06F2BBF00}">
  <ds:schemaRefs>
    <ds:schemaRef ds:uri="07167114-5342-4025-84a9-c06f0274c9e9"/>
    <ds:schemaRef ds:uri="1853fc0a-4fe5-41ff-8cde-ac60c4e4b03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248A0D2-607D-4E04-9AFE-D4FDCF6EB216}">
  <ds:schemaRefs>
    <ds:schemaRef ds:uri="07167114-5342-4025-84a9-c06f0274c9e9"/>
    <ds:schemaRef ds:uri="1853fc0a-4fe5-41ff-8cde-ac60c4e4b03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A877F09-979E-485E-8268-1BEB784A13D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25</Slides>
  <Notes>0</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1_Office Theme</vt:lpstr>
      <vt:lpstr>PowerPoint Presentation</vt:lpstr>
      <vt:lpstr>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 disk is required to move from standstill, 90 degrees in 1 sec and then stop there, based on (a) a trapezoidal path; and (b) a triangular path. Find the peak speed and slope’s acceleration.</vt:lpstr>
      <vt:lpstr>Example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 f</dc:creator>
  <cp:revision>1</cp:revision>
  <dcterms:created xsi:type="dcterms:W3CDTF">2017-03-08T18:40:01Z</dcterms:created>
  <dcterms:modified xsi:type="dcterms:W3CDTF">2020-03-09T18:47:45Z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0x01010040C7AE97A4D43F40AE9F2A438CEE8608</vt:lpwstr>
  </property>
</Properties>
</file>